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30479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4576" y="30479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92624" y="366970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94576" y="3669700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2624" y="429149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4576" y="4291492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992624" y="49132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94576" y="49132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992624" y="55350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94576" y="55350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