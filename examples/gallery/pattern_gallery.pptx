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意思決定から技術研修まで、24のTypeを34枚で検証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Oval 5"/>
          <p:cNvSpPr/>
          <p:nvPr/>
        </p:nvSpPr>
        <p:spPr>
          <a:xfrm>
            <a:off x="722376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3027060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4168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2376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31538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450994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302706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72786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994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69282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60156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179612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3027060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01404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9612" y="3502548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97900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92624" y="30479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94576" y="3047908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992624" y="366970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94576" y="3669700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992624" y="429149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94576" y="4291492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992624" y="4913284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894576" y="49132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992624" y="553507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94576" y="5535076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73736" y="182880"/>
            <a:ext cx="11786616" cy="0"/>
          </a:xfrm>
          <a:prstGeom prst="line">
            <a:avLst/>
          </a:prstGeom>
          <a:ln w="381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84632" y="493776"/>
            <a:ext cx="112014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" y="960120"/>
            <a:ext cx="11201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499616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499616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499616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499616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1837943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1837943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183794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2706624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2706624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2706624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2706624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575304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575303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575303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57530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443983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443983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443983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44398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312664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1837943"/>
            <a:ext cx="0" cy="3474721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87368" y="1837943"/>
            <a:ext cx="0" cy="3474721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675120" y="1837943"/>
            <a:ext cx="0" cy="3474721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62872" y="1837943"/>
            <a:ext cx="0" cy="3474721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793492" y="2500884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706624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2706624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246120" y="3140964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140964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050792" y="3140964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4009644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88564" y="314096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191506" y="400964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863554" y="3369564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575304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79592" y="3575304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476238" y="4009644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638544" y="4009644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878323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677656" y="4878323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061704" y="3461004"/>
            <a:ext cx="0" cy="141731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7470648" y="3461004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470648" y="3369564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923276" y="314096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919972" y="3140964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226296" y="2272284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26296" y="2272284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583037" y="227228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340864" y="2043684"/>
            <a:ext cx="905256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95728" y="204368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40864" y="2912364"/>
            <a:ext cx="905256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395728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15384" y="2912364"/>
            <a:ext cx="873179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70248" y="2912364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86250" y="3781044"/>
            <a:ext cx="905256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41114" y="378104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2946" y="3781044"/>
            <a:ext cx="1193292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37810" y="3781044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80004" y="2912364"/>
            <a:ext cx="1367099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4868" y="2912364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60336" y="4649723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5200" y="4649723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18020" y="2912364"/>
            <a:ext cx="905256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72884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533763" y="2043684"/>
            <a:ext cx="1049274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88627" y="2043684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14716" y="2912364"/>
            <a:ext cx="905256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69580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674477" y="2043684"/>
            <a:ext cx="905256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29341" y="204368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