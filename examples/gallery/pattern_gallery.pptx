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2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200" y="5864352"/>
            <a:ext cx="658368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25986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71706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50598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314613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60333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639225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7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10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