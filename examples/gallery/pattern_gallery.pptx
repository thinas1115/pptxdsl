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4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意思決定からシステム構成まで、23の標準レイアウトを検証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判断に必要な4つの要点を、読み順に沿って整理する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何を判断してほしいかを1文で示し、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読み手の視点を揃える。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事実・制約・既に分かっていることを短く置く。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現状から言えることを、推測と事実を分けて整理する。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次アクション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誰が・いつまでに・何をするかを明確にする。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2423160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3081528" y="1664208"/>
            <a:ext cx="8430768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409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409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665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922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178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178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434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9434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9947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947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204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204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460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0460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716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716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0973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0973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03120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816352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3529584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242816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956048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08152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8409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48665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8922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9178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9434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29691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47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70204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40460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10716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80973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1229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58368" y="21031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58368" y="28163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58368" y="352958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58368" y="424281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58368" y="495604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58368" y="56692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2231501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2188707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" y="2502529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27248" y="2274295"/>
            <a:ext cx="1313688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9544" y="2306299"/>
            <a:ext cx="1149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2944733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" y="2901939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3215761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29812" y="2987527"/>
            <a:ext cx="2016252" cy="27432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12108" y="3019531"/>
            <a:ext cx="18516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3657965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" y="3615171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33856" y="3928993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4940" y="3700759"/>
            <a:ext cx="2718816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17236" y="3732763"/>
            <a:ext cx="2554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371197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328403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6" y="4642225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42632" y="4413991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24928" y="4445995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" y="5084429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" y="5041635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" y="5355457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50324" y="5127223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32620" y="5159227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80" name="Diamond 79"/>
          <p:cNvSpPr/>
          <p:nvPr/>
        </p:nvSpPr>
        <p:spPr>
          <a:xfrm>
            <a:off x="4066794" y="2116835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73322" y="2588117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sp>
        <p:nvSpPr>
          <p:cNvPr id="82" name="Diamond 81"/>
          <p:cNvSpPr/>
          <p:nvPr/>
        </p:nvSpPr>
        <p:spPr>
          <a:xfrm>
            <a:off x="7579614" y="3543299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6142" y="4014581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sp>
        <p:nvSpPr>
          <p:cNvPr id="84" name="Diamond 83"/>
          <p:cNvSpPr/>
          <p:nvPr/>
        </p:nvSpPr>
        <p:spPr>
          <a:xfrm>
            <a:off x="11092434" y="49697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88193" y="5441045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関係者調整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運用事務局を中心に、5部門の役割をつなぐ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2592324"/>
            <a:ext cx="0" cy="78181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7176017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6812146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24107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442048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85866" y="3160908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効果報告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438" y="350126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権限 / 監査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928" y="445502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 / 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1928" y="4455022"/>
            <a:ext cx="760095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利用ルール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5284" y="3501262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表現基準</a:t>
            </a:r>
          </a:p>
        </p:txBody>
      </p:sp>
      <p:pic>
        <p:nvPicPr>
          <p:cNvPr id="15" name="Picture 14" descr="brief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88820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21870" y="2619756"/>
            <a:ext cx="55435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経営層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87578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方針承認</a:t>
            </a:r>
          </a:p>
        </p:txBody>
      </p:sp>
      <p:pic>
        <p:nvPicPr>
          <p:cNvPr id="18" name="Picture 1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026" y="3075575"/>
            <a:ext cx="585216" cy="585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55999" y="370651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情報システム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026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環境管理</a:t>
            </a:r>
          </a:p>
        </p:txBody>
      </p:sp>
      <p:pic>
        <p:nvPicPr>
          <p:cNvPr id="21" name="Picture 20" descr="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307" y="4833984"/>
            <a:ext cx="585216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95585" y="4360274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現場部門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9029" y="462595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pic>
        <p:nvPicPr>
          <p:cNvPr id="24" name="Picture 23" descr="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572" y="4833984"/>
            <a:ext cx="585216" cy="585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48155" y="4360274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法務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572" y="462595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規程確認</a:t>
            </a:r>
          </a:p>
        </p:txBody>
      </p:sp>
      <p:pic>
        <p:nvPicPr>
          <p:cNvPr id="27" name="Picture 26" descr="s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853" y="3075575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33436" y="370651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広報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0853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ブランド</a:t>
            </a:r>
          </a:p>
        </p:txBody>
      </p:sp>
      <p:sp>
        <p:nvSpPr>
          <p:cNvPr id="30" name="Oval 29"/>
          <p:cNvSpPr/>
          <p:nvPr/>
        </p:nvSpPr>
        <p:spPr>
          <a:xfrm>
            <a:off x="4978908" y="3374136"/>
            <a:ext cx="2240280" cy="960120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78908" y="3570732"/>
            <a:ext cx="2240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テンプレート</a:t>
            </a:r>
          </a:p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運用事務局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