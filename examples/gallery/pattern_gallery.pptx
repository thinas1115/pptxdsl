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意思決定からシステム構成まで、22の標準レイアウトを検証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64208"/>
            <a:ext cx="2423160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37360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フェーズ</a:t>
            </a:r>
          </a:p>
        </p:txBody>
      </p:sp>
      <p:sp>
        <p:nvSpPr>
          <p:cNvPr id="7" name="Rectangle 6"/>
          <p:cNvSpPr/>
          <p:nvPr/>
        </p:nvSpPr>
        <p:spPr>
          <a:xfrm>
            <a:off x="3081528" y="1664208"/>
            <a:ext cx="8430768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8152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8409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8409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665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665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922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922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178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178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434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9434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691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691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9947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947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0204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0204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0460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0460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0716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0716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0973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80973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2103120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2816352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3529584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242816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4956048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08152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78409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48665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18922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89178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9434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29691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99947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70204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40460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10716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80973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51229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58368" y="21031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58368" y="28163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58368" y="352958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58368" y="424281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58368" y="495604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58368" y="56692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2231501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2188707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" y="2502529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27248" y="2274295"/>
            <a:ext cx="1313688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09544" y="2306299"/>
            <a:ext cx="1149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" y="2944733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3856" y="2901939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3215761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29812" y="2987527"/>
            <a:ext cx="2016252" cy="27432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12108" y="3019531"/>
            <a:ext cx="18516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8096" y="3657965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3856" y="3615171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33856" y="3928993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34940" y="3700759"/>
            <a:ext cx="2718816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17236" y="3732763"/>
            <a:ext cx="2554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" y="4371197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328403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6" y="4642225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42632" y="4413991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24928" y="4445995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8096" y="5084429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33856" y="5041635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" y="5355457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450324" y="5127223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532620" y="5159227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80" name="Diamond 79"/>
          <p:cNvSpPr/>
          <p:nvPr/>
        </p:nvSpPr>
        <p:spPr>
          <a:xfrm>
            <a:off x="4066794" y="2116835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73322" y="2588117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sp>
        <p:nvSpPr>
          <p:cNvPr id="82" name="Diamond 81"/>
          <p:cNvSpPr/>
          <p:nvPr/>
        </p:nvSpPr>
        <p:spPr>
          <a:xfrm>
            <a:off x="7579614" y="3543299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86142" y="4014581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sp>
        <p:nvSpPr>
          <p:cNvPr id="84" name="Diamond 83"/>
          <p:cNvSpPr/>
          <p:nvPr/>
        </p:nvSpPr>
        <p:spPr>
          <a:xfrm>
            <a:off x="11092434" y="496976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388193" y="5441045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