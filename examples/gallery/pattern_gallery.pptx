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:textLayout xmlns:ns9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意思決定から技術研修まで、27のTypeを37枚で検証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:textLayout xmlns:ns1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:textLayout xmlns:ns1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4:textLayout xmlns:ns2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>
                      <a:extLst>
                        <a:ext uri="{8AF73BB6-5E31-4F0F-A399-3D98F3B95FD9}">
                          <ns12:textLayout xmlns:ns1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7:textLayout xmlns:ns1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2:textLayout xmlns:ns2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7:textLayout xmlns:ns2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32:textLayout xmlns:ns3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7:textLayout xmlns:ns3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2:textLayout xmlns:ns4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7:textLayout xmlns:ns4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52:textLayout xmlns:ns5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57:textLayout xmlns:ns5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2:textLayout xmlns:ns6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7:textLayout xmlns:ns6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72:textLayout xmlns:ns7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77:textLayout xmlns:ns7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2:textLayout xmlns:ns8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7:textLayout xmlns:ns8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4105884" y="1772412"/>
            <a:ext cx="0" cy="13525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4105884" y="2197227"/>
            <a:ext cx="0" cy="103251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4105884" y="3519297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5812612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7519339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922606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10932795" y="1772412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0932795" y="4079367"/>
            <a:ext cx="0" cy="145732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399157" y="1957959"/>
            <a:ext cx="1536054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399157" y="2338958"/>
            <a:ext cx="443749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399157" y="2899029"/>
            <a:ext cx="4096146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2399157" y="3280029"/>
            <a:ext cx="1433651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2399157" y="3840099"/>
            <a:ext cx="8192292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2399157" y="4221099"/>
            <a:ext cx="2901436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2399157" y="4781169"/>
            <a:ext cx="3072109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2399157" y="5162169"/>
            <a:ext cx="955767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1839087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axis-value"/>
          <p:cNvSpPr txBox="1"/>
          <p:nvPr/>
        </p:nvSpPr>
        <p:spPr>
          <a:xfrm>
            <a:off x="2334577" y="5600700"/>
            <a:ext cx="129159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26" name="chart:axis-value"/>
          <p:cNvSpPr txBox="1"/>
          <p:nvPr/>
        </p:nvSpPr>
        <p:spPr>
          <a:xfrm>
            <a:off x="3995013" y="560070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sp>
        <p:nvSpPr>
          <p:cNvPr id="27" name="chart:axis-value"/>
          <p:cNvSpPr txBox="1"/>
          <p:nvPr/>
        </p:nvSpPr>
        <p:spPr>
          <a:xfrm>
            <a:off x="5655449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7362177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9068904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10775632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250</a:t>
            </a:r>
          </a:p>
        </p:txBody>
      </p:sp>
      <p:sp>
        <p:nvSpPr>
          <p:cNvPr id="31" name="chart:category"/>
          <p:cNvSpPr txBox="1"/>
          <p:nvPr/>
        </p:nvSpPr>
        <p:spPr>
          <a:xfrm>
            <a:off x="694944" y="213474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32" name="chart:category"/>
          <p:cNvSpPr txBox="1"/>
          <p:nvPr/>
        </p:nvSpPr>
        <p:spPr>
          <a:xfrm>
            <a:off x="694944" y="307581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694944" y="401688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694944" y="495795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5" name="chart:legend"/>
          <p:cNvSpPr txBox="1"/>
          <p:nvPr/>
        </p:nvSpPr>
        <p:spPr>
          <a:xfrm>
            <a:off x="896112" y="5864352"/>
            <a:ext cx="77838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2040255" y="5864352"/>
            <a:ext cx="94297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37" name="chart:data-value"/>
          <p:cNvSpPr txBox="1"/>
          <p:nvPr/>
        </p:nvSpPr>
        <p:spPr>
          <a:xfrm>
            <a:off x="4017507" y="1944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38" name="chart:data-value"/>
          <p:cNvSpPr txBox="1"/>
          <p:nvPr/>
        </p:nvSpPr>
        <p:spPr>
          <a:xfrm>
            <a:off x="2925202" y="2325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6577599" y="288531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3915104" y="326631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10673745" y="382638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5382889" y="420738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5553562" y="4767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3437220" y="5148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081278" y="4283201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1081278" y="3518915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081278" y="2754629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1081278" y="1990344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zero-axis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data-line"/>
          <p:cNvCxnSpPr/>
          <p:nvPr/>
        </p:nvCxnSpPr>
        <p:spPr>
          <a:xfrm flipV="1">
            <a:off x="1647232" y="4359630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data-line"/>
          <p:cNvCxnSpPr/>
          <p:nvPr/>
        </p:nvCxnSpPr>
        <p:spPr>
          <a:xfrm flipV="1">
            <a:off x="2779141" y="4092130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data-line"/>
          <p:cNvCxnSpPr/>
          <p:nvPr/>
        </p:nvCxnSpPr>
        <p:spPr>
          <a:xfrm flipV="1">
            <a:off x="3911049" y="3862844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data-line"/>
          <p:cNvCxnSpPr/>
          <p:nvPr/>
        </p:nvCxnSpPr>
        <p:spPr>
          <a:xfrm flipV="1">
            <a:off x="5042958" y="3366058"/>
            <a:ext cx="1131909" cy="4967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hart:data-line"/>
          <p:cNvCxnSpPr/>
          <p:nvPr/>
        </p:nvCxnSpPr>
        <p:spPr>
          <a:xfrm flipV="1">
            <a:off x="6174867" y="3060344"/>
            <a:ext cx="1131908" cy="305714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hart:data-line"/>
          <p:cNvCxnSpPr/>
          <p:nvPr/>
        </p:nvCxnSpPr>
        <p:spPr>
          <a:xfrm flipV="1">
            <a:off x="7306775" y="2716415"/>
            <a:ext cx="1131909" cy="343929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hart:data-line"/>
          <p:cNvCxnSpPr/>
          <p:nvPr/>
        </p:nvCxnSpPr>
        <p:spPr>
          <a:xfrm flipV="1">
            <a:off x="8438684" y="2487129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hart:data-line"/>
          <p:cNvCxnSpPr/>
          <p:nvPr/>
        </p:nvCxnSpPr>
        <p:spPr>
          <a:xfrm flipV="1">
            <a:off x="9570593" y="2219629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hart:data-line"/>
          <p:cNvCxnSpPr/>
          <p:nvPr/>
        </p:nvCxnSpPr>
        <p:spPr>
          <a:xfrm flipV="1">
            <a:off x="1647232" y="4092130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hart:data-line"/>
          <p:cNvCxnSpPr/>
          <p:nvPr/>
        </p:nvCxnSpPr>
        <p:spPr>
          <a:xfrm flipV="1">
            <a:off x="2779141" y="3901058"/>
            <a:ext cx="1131908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hart:data-line"/>
          <p:cNvCxnSpPr/>
          <p:nvPr/>
        </p:nvCxnSpPr>
        <p:spPr>
          <a:xfrm flipV="1">
            <a:off x="3911049" y="3709987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hart:data-line"/>
          <p:cNvCxnSpPr/>
          <p:nvPr/>
        </p:nvCxnSpPr>
        <p:spPr>
          <a:xfrm flipV="1">
            <a:off x="5042958" y="3518915"/>
            <a:ext cx="1131909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hart:data-line"/>
          <p:cNvCxnSpPr/>
          <p:nvPr/>
        </p:nvCxnSpPr>
        <p:spPr>
          <a:xfrm flipV="1">
            <a:off x="6174867" y="3136773"/>
            <a:ext cx="1131908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hart:data-line"/>
          <p:cNvCxnSpPr/>
          <p:nvPr/>
        </p:nvCxnSpPr>
        <p:spPr>
          <a:xfrm flipV="1">
            <a:off x="7306775" y="2754629"/>
            <a:ext cx="1131909" cy="382144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hart:data-line"/>
          <p:cNvCxnSpPr/>
          <p:nvPr/>
        </p:nvCxnSpPr>
        <p:spPr>
          <a:xfrm flipV="1">
            <a:off x="8438684" y="2372487"/>
            <a:ext cx="1131909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hart:data-line"/>
          <p:cNvCxnSpPr/>
          <p:nvPr/>
        </p:nvCxnSpPr>
        <p:spPr>
          <a:xfrm flipV="1">
            <a:off x="9570593" y="1990344"/>
            <a:ext cx="1131908" cy="382143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art:legend-key"/>
          <p:cNvSpPr/>
          <p:nvPr/>
        </p:nvSpPr>
        <p:spPr>
          <a:xfrm>
            <a:off x="1664208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art:data-dot"/>
          <p:cNvSpPr/>
          <p:nvPr/>
        </p:nvSpPr>
        <p:spPr>
          <a:xfrm>
            <a:off x="1601512" y="454319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art:data-dot"/>
          <p:cNvSpPr/>
          <p:nvPr/>
        </p:nvSpPr>
        <p:spPr>
          <a:xfrm>
            <a:off x="2733421" y="43139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art:data-dot"/>
          <p:cNvSpPr/>
          <p:nvPr/>
        </p:nvSpPr>
        <p:spPr>
          <a:xfrm>
            <a:off x="3865329" y="40464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art:data-dot"/>
          <p:cNvSpPr/>
          <p:nvPr/>
        </p:nvSpPr>
        <p:spPr>
          <a:xfrm>
            <a:off x="4997238" y="38171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art:data-dot"/>
          <p:cNvSpPr/>
          <p:nvPr/>
        </p:nvSpPr>
        <p:spPr>
          <a:xfrm>
            <a:off x="6129147" y="332033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art:data-dot"/>
          <p:cNvSpPr/>
          <p:nvPr/>
        </p:nvSpPr>
        <p:spPr>
          <a:xfrm>
            <a:off x="7261055" y="30146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art:data-dot"/>
          <p:cNvSpPr/>
          <p:nvPr/>
        </p:nvSpPr>
        <p:spPr>
          <a:xfrm>
            <a:off x="8392964" y="267069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hart:data-dot"/>
          <p:cNvSpPr/>
          <p:nvPr/>
        </p:nvSpPr>
        <p:spPr>
          <a:xfrm>
            <a:off x="9524873" y="24414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art:data-dot"/>
          <p:cNvSpPr/>
          <p:nvPr/>
        </p:nvSpPr>
        <p:spPr>
          <a:xfrm>
            <a:off x="10656781" y="21739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art:data-dot"/>
          <p:cNvSpPr/>
          <p:nvPr/>
        </p:nvSpPr>
        <p:spPr>
          <a:xfrm>
            <a:off x="1601512" y="423748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chart:data-dot"/>
          <p:cNvSpPr/>
          <p:nvPr/>
        </p:nvSpPr>
        <p:spPr>
          <a:xfrm>
            <a:off x="2733421" y="40464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hart:data-dot"/>
          <p:cNvSpPr/>
          <p:nvPr/>
        </p:nvSpPr>
        <p:spPr>
          <a:xfrm>
            <a:off x="3865329" y="3855338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rt:data-dot"/>
          <p:cNvSpPr/>
          <p:nvPr/>
        </p:nvSpPr>
        <p:spPr>
          <a:xfrm>
            <a:off x="4997238" y="36642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art:data-dot"/>
          <p:cNvSpPr/>
          <p:nvPr/>
        </p:nvSpPr>
        <p:spPr>
          <a:xfrm>
            <a:off x="6129147" y="347319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art:data-dot"/>
          <p:cNvSpPr/>
          <p:nvPr/>
        </p:nvSpPr>
        <p:spPr>
          <a:xfrm>
            <a:off x="7261055" y="309105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art:data-dot"/>
          <p:cNvSpPr/>
          <p:nvPr/>
        </p:nvSpPr>
        <p:spPr>
          <a:xfrm>
            <a:off x="8392964" y="27089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hart:data-dot"/>
          <p:cNvSpPr/>
          <p:nvPr/>
        </p:nvSpPr>
        <p:spPr>
          <a:xfrm>
            <a:off x="9524873" y="23267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art:data-dot"/>
          <p:cNvSpPr/>
          <p:nvPr/>
        </p:nvSpPr>
        <p:spPr>
          <a:xfrm>
            <a:off x="10656781" y="19446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art:axis-value"/>
          <p:cNvSpPr txBox="1"/>
          <p:nvPr/>
        </p:nvSpPr>
        <p:spPr>
          <a:xfrm>
            <a:off x="694944" y="4939284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48" name="chart:axis-value"/>
          <p:cNvSpPr txBox="1"/>
          <p:nvPr/>
        </p:nvSpPr>
        <p:spPr>
          <a:xfrm>
            <a:off x="694944" y="4174997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9" name="chart:axis-value"/>
          <p:cNvSpPr txBox="1"/>
          <p:nvPr/>
        </p:nvSpPr>
        <p:spPr>
          <a:xfrm>
            <a:off x="694944" y="3410711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sp>
        <p:nvSpPr>
          <p:cNvPr id="50" name="chart:axis-value"/>
          <p:cNvSpPr txBox="1"/>
          <p:nvPr/>
        </p:nvSpPr>
        <p:spPr>
          <a:xfrm>
            <a:off x="694944" y="2646426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sp>
        <p:nvSpPr>
          <p:cNvPr id="51" name="chart:axis-value"/>
          <p:cNvSpPr txBox="1"/>
          <p:nvPr/>
        </p:nvSpPr>
        <p:spPr>
          <a:xfrm>
            <a:off x="694944" y="188214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sp>
        <p:nvSpPr>
          <p:cNvPr id="52" name="chart:category"/>
          <p:cNvSpPr txBox="1"/>
          <p:nvPr/>
        </p:nvSpPr>
        <p:spPr>
          <a:xfrm>
            <a:off x="116357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53" name="chart:category"/>
          <p:cNvSpPr txBox="1"/>
          <p:nvPr/>
        </p:nvSpPr>
        <p:spPr>
          <a:xfrm>
            <a:off x="2295482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54" name="chart:category"/>
          <p:cNvSpPr txBox="1"/>
          <p:nvPr/>
        </p:nvSpPr>
        <p:spPr>
          <a:xfrm>
            <a:off x="3427391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55" name="chart:category"/>
          <p:cNvSpPr txBox="1"/>
          <p:nvPr/>
        </p:nvSpPr>
        <p:spPr>
          <a:xfrm>
            <a:off x="4559300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56" name="chart:category"/>
          <p:cNvSpPr txBox="1"/>
          <p:nvPr/>
        </p:nvSpPr>
        <p:spPr>
          <a:xfrm>
            <a:off x="5691208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57" name="chart:category"/>
          <p:cNvSpPr txBox="1"/>
          <p:nvPr/>
        </p:nvSpPr>
        <p:spPr>
          <a:xfrm>
            <a:off x="6823117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58" name="chart:category"/>
          <p:cNvSpPr txBox="1"/>
          <p:nvPr/>
        </p:nvSpPr>
        <p:spPr>
          <a:xfrm>
            <a:off x="7955026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59" name="chart:category"/>
          <p:cNvSpPr txBox="1"/>
          <p:nvPr/>
        </p:nvSpPr>
        <p:spPr>
          <a:xfrm>
            <a:off x="908693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60" name="chart:category"/>
          <p:cNvSpPr txBox="1"/>
          <p:nvPr/>
        </p:nvSpPr>
        <p:spPr>
          <a:xfrm>
            <a:off x="10218843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61" name="chart:legend"/>
          <p:cNvSpPr txBox="1"/>
          <p:nvPr/>
        </p:nvSpPr>
        <p:spPr>
          <a:xfrm>
            <a:off x="896112" y="5864352"/>
            <a:ext cx="603504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chart:legend"/>
          <p:cNvSpPr txBox="1"/>
          <p:nvPr/>
        </p:nvSpPr>
        <p:spPr>
          <a:xfrm>
            <a:off x="1865376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307592" y="4436059"/>
            <a:ext cx="4764595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6496240" y="4436059"/>
            <a:ext cx="47645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307592" y="3824630"/>
            <a:ext cx="808234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9813988" y="3824630"/>
            <a:ext cx="144684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1307592" y="3213201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1307592" y="2601772"/>
            <a:ext cx="1446847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3178492" y="2601772"/>
            <a:ext cx="80823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307592" y="1990344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669286" y="2907487"/>
            <a:ext cx="594360" cy="214000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669286" y="2296058"/>
            <a:ext cx="594360" cy="6114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669286" y="1990344"/>
            <a:ext cx="594360" cy="305714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5987034" y="3885773"/>
            <a:ext cx="594360" cy="116171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5987034" y="2907487"/>
            <a:ext cx="594360" cy="97828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5987034" y="1990344"/>
            <a:ext cx="594360" cy="917143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9304782" y="4497202"/>
            <a:ext cx="594360" cy="550285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9304782" y="3213201"/>
            <a:ext cx="594360" cy="1284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data-bar"/>
          <p:cNvSpPr/>
          <p:nvPr/>
        </p:nvSpPr>
        <p:spPr>
          <a:xfrm>
            <a:off x="9304782" y="1990344"/>
            <a:ext cx="594360" cy="122285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legend-key"/>
          <p:cNvSpPr/>
          <p:nvPr/>
        </p:nvSpPr>
        <p:spPr>
          <a:xfrm>
            <a:off x="1517904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art:legend-key"/>
          <p:cNvSpPr/>
          <p:nvPr/>
        </p:nvSpPr>
        <p:spPr>
          <a:xfrm>
            <a:off x="2651759" y="5900928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art:axis-value"/>
          <p:cNvSpPr txBox="1"/>
          <p:nvPr/>
        </p:nvSpPr>
        <p:spPr>
          <a:xfrm>
            <a:off x="694944" y="4939284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0%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694944" y="4327855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694944" y="3716426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694944" y="3104997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60%</a:t>
            </a:r>
          </a:p>
        </p:txBody>
      </p:sp>
      <p:sp>
        <p:nvSpPr>
          <p:cNvPr id="31" name="chart:axis-value"/>
          <p:cNvSpPr txBox="1"/>
          <p:nvPr/>
        </p:nvSpPr>
        <p:spPr>
          <a:xfrm>
            <a:off x="694944" y="2493568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80%</a:t>
            </a:r>
          </a:p>
        </p:txBody>
      </p:sp>
      <p:sp>
        <p:nvSpPr>
          <p:cNvPr id="32" name="chart:axis-value"/>
          <p:cNvSpPr txBox="1"/>
          <p:nvPr/>
        </p:nvSpPr>
        <p:spPr>
          <a:xfrm>
            <a:off x="694944" y="1882140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100%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1389888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4707636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35" name="chart:category"/>
          <p:cNvSpPr txBox="1"/>
          <p:nvPr/>
        </p:nvSpPr>
        <p:spPr>
          <a:xfrm>
            <a:off x="8025384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896112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7" name="chart:legend"/>
          <p:cNvSpPr txBox="1"/>
          <p:nvPr/>
        </p:nvSpPr>
        <p:spPr>
          <a:xfrm>
            <a:off x="1719072" y="5864352"/>
            <a:ext cx="76809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8" name="chart:legend"/>
          <p:cNvSpPr txBox="1"/>
          <p:nvPr/>
        </p:nvSpPr>
        <p:spPr>
          <a:xfrm>
            <a:off x="2852927" y="5864352"/>
            <a:ext cx="76809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2791015" y="3869283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70%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2791015" y="2493568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2791015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10%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6108763" y="435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38%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6108763" y="328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32%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6108763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30%</a:t>
            </a:r>
          </a:p>
        </p:txBody>
      </p:sp>
      <p:sp>
        <p:nvSpPr>
          <p:cNvPr id="45" name="chart:data-value"/>
          <p:cNvSpPr txBox="1"/>
          <p:nvPr/>
        </p:nvSpPr>
        <p:spPr>
          <a:xfrm>
            <a:off x="9426511" y="4664141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18%</a:t>
            </a:r>
          </a:p>
        </p:txBody>
      </p:sp>
      <p:sp>
        <p:nvSpPr>
          <p:cNvPr id="46" name="chart:data-value"/>
          <p:cNvSpPr txBox="1"/>
          <p:nvPr/>
        </p:nvSpPr>
        <p:spPr>
          <a:xfrm>
            <a:off x="9426511" y="3746997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42%</a:t>
            </a:r>
          </a:p>
        </p:txBody>
      </p:sp>
      <p:sp>
        <p:nvSpPr>
          <p:cNvPr id="47" name="chart:data-value"/>
          <p:cNvSpPr txBox="1"/>
          <p:nvPr/>
        </p:nvSpPr>
        <p:spPr>
          <a:xfrm>
            <a:off x="9426511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process:name:0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process:desc:0"/>
          <p:cNvSpPr txBox="1"/>
          <p:nvPr/>
        </p:nvSpPr>
        <p:spPr>
          <a:xfrm>
            <a:off x="868680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メッセージを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整理する。</a:t>
            </a:r>
          </a:p>
        </p:txBody>
      </p:sp>
      <p:sp>
        <p:nvSpPr>
          <p:cNvPr id="10" name="process:attribute-label:0"/>
          <p:cNvSpPr txBox="1"/>
          <p:nvPr/>
        </p:nvSpPr>
        <p:spPr>
          <a:xfrm>
            <a:off x="850392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1:textLayout xmlns:ns3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process:attribute-value:0"/>
          <p:cNvSpPr txBox="1"/>
          <p:nvPr/>
        </p:nvSpPr>
        <p:spPr>
          <a:xfrm>
            <a:off x="850392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process:name:1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6:textLayout xmlns:ns4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process:desc:1"/>
          <p:cNvSpPr txBox="1"/>
          <p:nvPr/>
        </p:nvSpPr>
        <p:spPr>
          <a:xfrm>
            <a:off x="3012033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1:textLayout xmlns:ns51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スライド種別と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文言を作る。</a:t>
            </a:r>
          </a:p>
        </p:txBody>
      </p:sp>
      <p:sp>
        <p:nvSpPr>
          <p:cNvPr id="16" name="process:attribute-label:1"/>
          <p:cNvSpPr txBox="1"/>
          <p:nvPr/>
        </p:nvSpPr>
        <p:spPr>
          <a:xfrm>
            <a:off x="2993745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process:attribute-value:1"/>
          <p:cNvSpPr txBox="1"/>
          <p:nvPr/>
        </p:nvSpPr>
        <p:spPr>
          <a:xfrm>
            <a:off x="2993745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5:textLayout xmlns:ns6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0:textLayout xmlns:ns7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process:name:2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process:desc:2"/>
          <p:cNvSpPr txBox="1"/>
          <p:nvPr/>
        </p:nvSpPr>
        <p:spPr>
          <a:xfrm>
            <a:off x="5155387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0:textLayout xmlns:ns80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決定論的に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出力する。</a:t>
            </a:r>
          </a:p>
        </p:txBody>
      </p:sp>
      <p:sp>
        <p:nvSpPr>
          <p:cNvPr id="22" name="process:attribute-label:2"/>
          <p:cNvSpPr txBox="1"/>
          <p:nvPr/>
        </p:nvSpPr>
        <p:spPr>
          <a:xfrm>
            <a:off x="5137099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process:attribute-value:2"/>
          <p:cNvSpPr txBox="1"/>
          <p:nvPr/>
        </p:nvSpPr>
        <p:spPr>
          <a:xfrm>
            <a:off x="5137099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4:textLayout xmlns:ns94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9:textLayout xmlns:ns9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process:name:3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4:textLayout xmlns:ns104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process:desc:3"/>
          <p:cNvSpPr txBox="1"/>
          <p:nvPr/>
        </p:nvSpPr>
        <p:spPr>
          <a:xfrm>
            <a:off x="7298740" y="3255264"/>
            <a:ext cx="1832457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崩れを確認する。</a:t>
            </a:r>
          </a:p>
        </p:txBody>
      </p:sp>
      <p:sp>
        <p:nvSpPr>
          <p:cNvPr id="28" name="process:attribute-label:3"/>
          <p:cNvSpPr txBox="1"/>
          <p:nvPr/>
        </p:nvSpPr>
        <p:spPr>
          <a:xfrm>
            <a:off x="7280452" y="387705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6:textLayout xmlns:ns11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process:attribute-value:3"/>
          <p:cNvSpPr txBox="1"/>
          <p:nvPr/>
        </p:nvSpPr>
        <p:spPr>
          <a:xfrm>
            <a:off x="7280452" y="4123944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1:textLayout xmlns:ns12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6:textLayout xmlns:ns12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process:name:4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1:textLayout xmlns:ns13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process:desc:4"/>
          <p:cNvSpPr txBox="1"/>
          <p:nvPr/>
        </p:nvSpPr>
        <p:spPr>
          <a:xfrm>
            <a:off x="9442094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6:textLayout xmlns:ns136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再生成し、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提出する。</a:t>
            </a:r>
          </a:p>
        </p:txBody>
      </p:sp>
      <p:sp>
        <p:nvSpPr>
          <p:cNvPr id="34" name="process:attribute-label:4"/>
          <p:cNvSpPr txBox="1"/>
          <p:nvPr/>
        </p:nvSpPr>
        <p:spPr>
          <a:xfrm>
            <a:off x="9423806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5:textLayout xmlns:ns14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process:attribute-value:4"/>
          <p:cNvSpPr txBox="1"/>
          <p:nvPr/>
        </p:nvSpPr>
        <p:spPr>
          <a:xfrm>
            <a:off x="9423806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0:textLayout xmlns:ns15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55:textLayout xmlns:ns15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60:textLayout xmlns:ns16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61487" y="2517343"/>
            <a:ext cx="822961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87568" y="2517343"/>
            <a:ext cx="822959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13647" y="2517343"/>
            <a:ext cx="822961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13647" y="2517343"/>
            <a:ext cx="41148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025128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025128" y="3834079"/>
            <a:ext cx="411480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488168" y="4327855"/>
            <a:ext cx="0" cy="384048"/>
          </a:xfrm>
          <a:prstGeom prst="line">
            <a:avLst/>
          </a:prstGeom>
          <a:ln w="15875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36008" y="4711903"/>
            <a:ext cx="5852160" cy="0"/>
          </a:xfrm>
          <a:prstGeom prst="line">
            <a:avLst/>
          </a:prstGeom>
          <a:ln w="15875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36008" y="3011119"/>
            <a:ext cx="0" cy="1700784"/>
          </a:xfrm>
          <a:prstGeom prst="line">
            <a:avLst/>
          </a:prstGeom>
          <a:ln w="15875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84448" y="2023567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12463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160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160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10527" y="2023567"/>
            <a:ext cx="2103120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38543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768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768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36608" y="2023567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64624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7376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7376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36608" y="3340303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4624" y="3459175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73768" y="3797503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73768" y="4080967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process:condition:2"/>
          <p:cNvSpPr txBox="1"/>
          <p:nvPr/>
        </p:nvSpPr>
        <p:spPr>
          <a:xfrm>
            <a:off x="8871965" y="2247404"/>
            <a:ext cx="306324" cy="17411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process:condition:3"/>
          <p:cNvSpPr txBox="1"/>
          <p:nvPr/>
        </p:nvSpPr>
        <p:spPr>
          <a:xfrm>
            <a:off x="8799957" y="3929900"/>
            <a:ext cx="450342" cy="17411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process:condition:4"/>
          <p:cNvSpPr txBox="1"/>
          <p:nvPr/>
        </p:nvSpPr>
        <p:spPr>
          <a:xfrm>
            <a:off x="7336917" y="4807724"/>
            <a:ext cx="450342" cy="17411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admap:period:0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roadmap:period:1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roadmap:period:2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roadmap:period:3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roadmap:period:4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roadmap:period:5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roadmap:period:6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roadmap:period:7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roadmap:period:8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roadmap:period:9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roadmap:period:10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roadmap:period:11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roadmap:grid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oadmap:grid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oadmap:grid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roadmap:grid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roadmap:grid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roadmap:grid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oadmap:grid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oadmap:grid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roadmap:grid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oadmap:grid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oadmap:grid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roadmap:grid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roadmap:grid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roadmap:grid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roadmap:track:0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roadmap:span:0:0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admap:activity:0:0"/>
          <p:cNvSpPr txBox="1"/>
          <p:nvPr/>
        </p:nvSpPr>
        <p:spPr>
          <a:xfrm>
            <a:off x="3218688" y="2130552"/>
            <a:ext cx="134874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roadmap:milestone:0"/>
          <p:cNvSpPr/>
          <p:nvPr/>
        </p:nvSpPr>
        <p:spPr>
          <a:xfrm>
            <a:off x="4170807" y="234086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admap:milestone-label:0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roadmap:grid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roadmap:track:1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roadmap:span:1:0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admap:activity:1:0"/>
          <p:cNvSpPr txBox="1"/>
          <p:nvPr/>
        </p:nvSpPr>
        <p:spPr>
          <a:xfrm>
            <a:off x="3578733" y="2926080"/>
            <a:ext cx="270662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roadmap:grid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roadmap:track:2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roadmap:span:2:0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admap:activity:2:0"/>
          <p:cNvSpPr txBox="1"/>
          <p:nvPr/>
        </p:nvSpPr>
        <p:spPr>
          <a:xfrm>
            <a:off x="5310377" y="3410712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roadmap:milestone:2"/>
          <p:cNvSpPr/>
          <p:nvPr/>
        </p:nvSpPr>
        <p:spPr>
          <a:xfrm>
            <a:off x="7634097" y="362102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admap:milestone-label:2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roadmap:grid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7:textLayout xmlns:ns1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roadmap:track:3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roadmap:span:3:0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admap:activity:3:0"/>
          <p:cNvSpPr txBox="1"/>
          <p:nvPr/>
        </p:nvSpPr>
        <p:spPr>
          <a:xfrm>
            <a:off x="7042022" y="4206240"/>
            <a:ext cx="270662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62:textLayout xmlns:ns16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roadmap:grid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roadmap:track:4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roadmap:span:4:0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admap:activity:4:0"/>
          <p:cNvSpPr txBox="1"/>
          <p:nvPr/>
        </p:nvSpPr>
        <p:spPr>
          <a:xfrm>
            <a:off x="9452609" y="4690872"/>
            <a:ext cx="2041398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roadmap:milestone:4"/>
          <p:cNvSpPr/>
          <p:nvPr/>
        </p:nvSpPr>
        <p:spPr>
          <a:xfrm>
            <a:off x="11097387" y="490118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admap:milestone-label:4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7:textLayout xmlns:ns1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roadmap:grid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92:textLayout xmlns:ns1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admap:period:0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roadmap:period:1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roadmap:period:2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roadmap:period:3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roadmap:period:4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roadmap:period:5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roadmap:period:6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roadmap:period:7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roadmap:period:8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roadmap:period:9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roadmap:period:10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roadmap:period:11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roadmap:grid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oadmap:grid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oadmap:grid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roadmap:grid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roadmap:grid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roadmap:grid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oadmap:grid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oadmap:grid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roadmap:grid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oadmap:grid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oadmap:grid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roadmap:grid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roadmap:grid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roadmap:grid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roadmap:track:0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roadmap:span:0: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admap:activity:0:0"/>
          <p:cNvSpPr txBox="1"/>
          <p:nvPr/>
        </p:nvSpPr>
        <p:spPr>
          <a:xfrm>
            <a:off x="3218688" y="2130552"/>
            <a:ext cx="2041398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roadmap:span:0:1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304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admap:activity:0:1"/>
          <p:cNvSpPr txBox="1"/>
          <p:nvPr/>
        </p:nvSpPr>
        <p:spPr>
          <a:xfrm>
            <a:off x="8600503" y="2130552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roadmap:grid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roadmap:track:1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roadmap:span:1:0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admap:activity:1:0"/>
          <p:cNvSpPr txBox="1"/>
          <p:nvPr/>
        </p:nvSpPr>
        <p:spPr>
          <a:xfrm>
            <a:off x="3218688" y="2615184"/>
            <a:ext cx="2041398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roadmap:span:1:1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admap:activity:1:1"/>
          <p:cNvSpPr txBox="1"/>
          <p:nvPr/>
        </p:nvSpPr>
        <p:spPr>
          <a:xfrm>
            <a:off x="4617719" y="2926079"/>
            <a:ext cx="270662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roadmap:span:1:2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admap:activity:1:2"/>
          <p:cNvSpPr txBox="1"/>
          <p:nvPr/>
        </p:nvSpPr>
        <p:spPr>
          <a:xfrm>
            <a:off x="5469826" y="2615184"/>
            <a:ext cx="2387726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roadmap:grid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roadmap:track:2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roadmap:span:2:0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admap:activity:2:0"/>
          <p:cNvSpPr txBox="1"/>
          <p:nvPr/>
        </p:nvSpPr>
        <p:spPr>
          <a:xfrm>
            <a:off x="3218688" y="3410712"/>
            <a:ext cx="134874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roadmap:span:2:1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admap:activity:2:1"/>
          <p:cNvSpPr txBox="1"/>
          <p:nvPr/>
        </p:nvSpPr>
        <p:spPr>
          <a:xfrm>
            <a:off x="4950332" y="3410712"/>
            <a:ext cx="2041397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roadmap:span:2:2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admap:activity:2:2"/>
          <p:cNvSpPr txBox="1"/>
          <p:nvPr/>
        </p:nvSpPr>
        <p:spPr>
          <a:xfrm>
            <a:off x="5310377" y="3721608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roadmap:span:2:3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admap:activity:2: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7:textLayout xmlns:ns14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roadmap:span:2: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304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admap:activity:2:4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roadmap:span:2:5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admap:activity:2:5"/>
          <p:cNvSpPr txBox="1"/>
          <p:nvPr/>
        </p:nvSpPr>
        <p:spPr>
          <a:xfrm>
            <a:off x="8773667" y="3410712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roadmap:grid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2:textLayout xmlns:ns1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roadmap:track:3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roadmap:span:3:0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admap:activity:3:0"/>
          <p:cNvSpPr txBox="1"/>
          <p:nvPr/>
        </p:nvSpPr>
        <p:spPr>
          <a:xfrm>
            <a:off x="3738181" y="4517136"/>
            <a:ext cx="1695068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roadmap:span:3:1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admap:activity:3:1"/>
          <p:cNvSpPr txBox="1"/>
          <p:nvPr/>
        </p:nvSpPr>
        <p:spPr>
          <a:xfrm>
            <a:off x="5642990" y="4517136"/>
            <a:ext cx="1348740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roadmap:span:3:2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admap:activity:3:2"/>
          <p:cNvSpPr txBox="1"/>
          <p:nvPr/>
        </p:nvSpPr>
        <p:spPr>
          <a:xfrm>
            <a:off x="7028306" y="4517136"/>
            <a:ext cx="1348739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roadmap:grid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7:textLayout xmlns:ns18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roadmap:track:4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2:textLayout xmlns:ns19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roadmap:span:4: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admap:activity:4:0"/>
          <p:cNvSpPr txBox="1"/>
          <p:nvPr/>
        </p:nvSpPr>
        <p:spPr>
          <a:xfrm>
            <a:off x="3232404" y="5001768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roadmap:span:4:1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admap:activity:4:1"/>
          <p:cNvSpPr txBox="1"/>
          <p:nvPr/>
        </p:nvSpPr>
        <p:spPr>
          <a:xfrm>
            <a:off x="4617719" y="5312664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2:textLayout xmlns:ns20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roadmap:span:4:2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admap:activity:4:2"/>
          <p:cNvSpPr txBox="1"/>
          <p:nvPr/>
        </p:nvSpPr>
        <p:spPr>
          <a:xfrm>
            <a:off x="7201471" y="5001768"/>
            <a:ext cx="1695069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7:textLayout xmlns:ns2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roadmap:span:4:3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304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admap:activity:4:3"/>
          <p:cNvSpPr txBox="1"/>
          <p:nvPr/>
        </p:nvSpPr>
        <p:spPr>
          <a:xfrm>
            <a:off x="8933116" y="5001768"/>
            <a:ext cx="1695069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12:textLayout xmlns:ns2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roadmap:grid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17:textLayout xmlns:ns2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2:textLayout xmlns:ns2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7:textLayout xmlns:ns2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matrix:point:0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matrix:point:1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atrix:point:2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matrix:point:3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matrix:point:4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matrix:point:5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matrix:label:0"/>
          <p:cNvSpPr txBox="1"/>
          <p:nvPr/>
        </p:nvSpPr>
        <p:spPr>
          <a:xfrm>
            <a:off x="2919222" y="3070920"/>
            <a:ext cx="690371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4:textLayout xmlns:ns4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matrix:label:1"/>
          <p:cNvSpPr txBox="1"/>
          <p:nvPr/>
        </p:nvSpPr>
        <p:spPr>
          <a:xfrm>
            <a:off x="8181022" y="2409261"/>
            <a:ext cx="536066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matrix:label:2"/>
          <p:cNvSpPr txBox="1"/>
          <p:nvPr/>
        </p:nvSpPr>
        <p:spPr>
          <a:xfrm>
            <a:off x="7796974" y="3499225"/>
            <a:ext cx="536066" cy="283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4:textLayout xmlns:ns5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matrix:label:3"/>
          <p:cNvSpPr txBox="1"/>
          <p:nvPr/>
        </p:nvSpPr>
        <p:spPr>
          <a:xfrm>
            <a:off x="5261229" y="2923885"/>
            <a:ext cx="998982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cxnSp>
        <p:nvCxnSpPr>
          <p:cNvPr id="25" name="matrix:leader:4"/>
          <p:cNvCxnSpPr/>
          <p:nvPr/>
        </p:nvCxnSpPr>
        <p:spPr>
          <a:xfrm>
            <a:off x="5052059" y="2544592"/>
            <a:ext cx="114300" cy="0"/>
          </a:xfrm>
          <a:prstGeom prst="line">
            <a:avLst/>
          </a:prstGeom>
          <a:ln w="889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matrix:label:4"/>
          <p:cNvSpPr txBox="1"/>
          <p:nvPr/>
        </p:nvSpPr>
        <p:spPr>
          <a:xfrm>
            <a:off x="5189220" y="2402860"/>
            <a:ext cx="998982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4:textLayout xmlns:ns6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7" name="matrix:label:5"/>
          <p:cNvSpPr txBox="1"/>
          <p:nvPr/>
        </p:nvSpPr>
        <p:spPr>
          <a:xfrm>
            <a:off x="3034093" y="4026651"/>
            <a:ext cx="844677" cy="283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4:textLayout xmlns:ns7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4:textLayout xmlns:ns8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rg:box:project_owner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rg:name:project_owner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org:sub:project_owner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org:box:system_owner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rg:name:system_owner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org:sub:system_owner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org:box:project_manager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rg:name:project_manager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org:sub:project_manager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org:box:business_team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rg:name:business_team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org:sub:business_team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org:box:application_team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rg:name:application_team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org:sub:application_team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org:box:platform_team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rg:name:platform_team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org:sub:platform_team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org:box:operation_team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rg:name:operation_team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org:sub:operation_team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015919" y="1562709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0795">
            <a:solidFill>
              <a:srgbClr val="0D78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3290239" y="2806293"/>
            <a:ext cx="1019556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2354122" y="3371951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diagram:path-label"/>
          <p:cNvSpPr txBox="1"/>
          <p:nvPr/>
        </p:nvSpPr>
        <p:spPr>
          <a:xfrm>
            <a:off x="6906577" y="2786735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diagram:path-label"/>
          <p:cNvSpPr txBox="1"/>
          <p:nvPr/>
        </p:nvSpPr>
        <p:spPr>
          <a:xfrm>
            <a:off x="6906577" y="3371951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diagram:path-label"/>
          <p:cNvSpPr txBox="1"/>
          <p:nvPr/>
        </p:nvSpPr>
        <p:spPr>
          <a:xfrm>
            <a:off x="9314649" y="3371951"/>
            <a:ext cx="63665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8:textLayout xmlns:ns11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2766380" y="1365290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079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4067434" y="2407706"/>
            <a:ext cx="1616202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0795">
            <a:solidFill>
              <a:srgbClr val="6C73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gram:container-label"/>
          <p:cNvSpPr txBox="1"/>
          <p:nvPr/>
        </p:nvSpPr>
        <p:spPr>
          <a:xfrm>
            <a:off x="4469770" y="3596426"/>
            <a:ext cx="412623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0795">
            <a:solidFill>
              <a:srgbClr val="6C73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gram:container-label"/>
          <p:cNvSpPr txBox="1"/>
          <p:nvPr/>
        </p:nvSpPr>
        <p:spPr>
          <a:xfrm>
            <a:off x="8056001" y="3596426"/>
            <a:ext cx="412623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4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diagram:path-label"/>
          <p:cNvSpPr txBox="1"/>
          <p:nvPr/>
        </p:nvSpPr>
        <p:spPr>
          <a:xfrm>
            <a:off x="2674940" y="2516164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diagram:path-label"/>
          <p:cNvSpPr txBox="1"/>
          <p:nvPr/>
        </p:nvSpPr>
        <p:spPr>
          <a:xfrm>
            <a:off x="4929827" y="2735620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diagram:path-label"/>
          <p:cNvSpPr txBox="1"/>
          <p:nvPr/>
        </p:nvSpPr>
        <p:spPr>
          <a:xfrm>
            <a:off x="6815526" y="4985044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diagram:path-label"/>
          <p:cNvSpPr txBox="1"/>
          <p:nvPr/>
        </p:nvSpPr>
        <p:spPr>
          <a:xfrm>
            <a:off x="9531614" y="3379002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8:textLayout xmlns:ns13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769766" y="2675534"/>
            <a:ext cx="1081278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3:textLayout xmlns:ns2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diagram:path-label"/>
          <p:cNvSpPr txBox="1"/>
          <p:nvPr/>
        </p:nvSpPr>
        <p:spPr>
          <a:xfrm>
            <a:off x="2831858" y="3241192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diagram:path-label"/>
          <p:cNvSpPr txBox="1"/>
          <p:nvPr/>
        </p:nvSpPr>
        <p:spPr>
          <a:xfrm>
            <a:off x="7414945" y="2747416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diagram:path-label"/>
          <p:cNvSpPr txBox="1"/>
          <p:nvPr/>
        </p:nvSpPr>
        <p:spPr>
          <a:xfrm>
            <a:off x="8913495" y="3241192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diagram:path-label"/>
          <p:cNvSpPr txBox="1"/>
          <p:nvPr/>
        </p:nvSpPr>
        <p:spPr>
          <a:xfrm>
            <a:off x="6531940" y="3625240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11392738" y="4018432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3:textLayout xmlns:ns10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3:textLayout xmlns:ns11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015919" y="1612087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079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3290239" y="2855671"/>
            <a:ext cx="1863090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2354122" y="3421329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diagram:path-label"/>
          <p:cNvSpPr txBox="1"/>
          <p:nvPr/>
        </p:nvSpPr>
        <p:spPr>
          <a:xfrm>
            <a:off x="4792484" y="3421329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diagram:path-label"/>
          <p:cNvSpPr txBox="1"/>
          <p:nvPr/>
        </p:nvSpPr>
        <p:spPr>
          <a:xfrm>
            <a:off x="6973442" y="3421329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diagram:path-label"/>
          <p:cNvSpPr txBox="1"/>
          <p:nvPr/>
        </p:nvSpPr>
        <p:spPr>
          <a:xfrm>
            <a:off x="9222066" y="2895549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diagram:path-label"/>
          <p:cNvSpPr txBox="1"/>
          <p:nvPr/>
        </p:nvSpPr>
        <p:spPr>
          <a:xfrm>
            <a:off x="9221266" y="4258005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障害発生から、業務やサービスの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再開までに許容する目標時間です。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4:textLayout xmlns:ns2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名称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586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9:textLayout xmlns:ns2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270383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274955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02844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36703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37160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399491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463677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44768" y="468249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496138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20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6:textLayout xmlns:ns66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22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body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6:textLayout xmlns:ns7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31065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177369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network-lane:sub:business"/>
          <p:cNvSpPr txBox="1"/>
          <p:nvPr/>
        </p:nvSpPr>
        <p:spPr>
          <a:xfrm>
            <a:off x="649224" y="2479121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20953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567257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network-lane:sub:guest"/>
          <p:cNvSpPr txBox="1"/>
          <p:nvPr/>
        </p:nvSpPr>
        <p:spPr>
          <a:xfrm>
            <a:off x="649224" y="3869009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network-link:physical:2"/>
          <p:cNvCxnSpPr/>
          <p:nvPr/>
        </p:nvCxnSpPr>
        <p:spPr>
          <a:xfrm>
            <a:off x="5797181" y="3375233"/>
            <a:ext cx="178605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2680289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477141" y="4070177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network-link:trunk-label"/>
          <p:cNvSpPr txBox="1"/>
          <p:nvPr/>
        </p:nvSpPr>
        <p:spPr>
          <a:xfrm>
            <a:off x="5961545" y="2991185"/>
            <a:ext cx="1457325" cy="310896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903273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903273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740113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24257"/>
            <a:ext cx="512064" cy="512064"/>
          </a:xfrm>
          <a:prstGeom prst="rect">
            <a:avLst/>
          </a:prstGeom>
        </p:spPr>
      </p:pic>
      <p:sp>
        <p:nvSpPr>
          <p:cNvPr id="33" name="network-node:label"/>
          <p:cNvSpPr txBox="1"/>
          <p:nvPr/>
        </p:nvSpPr>
        <p:spPr>
          <a:xfrm>
            <a:off x="2695536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4" name="Oval 33"/>
          <p:cNvSpPr/>
          <p:nvPr/>
        </p:nvSpPr>
        <p:spPr>
          <a:xfrm>
            <a:off x="2740113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14145"/>
            <a:ext cx="512064" cy="512064"/>
          </a:xfrm>
          <a:prstGeom prst="rect">
            <a:avLst/>
          </a:prstGeom>
        </p:spPr>
      </p:pic>
      <p:sp>
        <p:nvSpPr>
          <p:cNvPr id="36" name="network-node:label"/>
          <p:cNvSpPr txBox="1"/>
          <p:nvPr/>
        </p:nvSpPr>
        <p:spPr>
          <a:xfrm>
            <a:off x="2582379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8:textLayout xmlns:ns6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7" name="Oval 36"/>
          <p:cNvSpPr/>
          <p:nvPr/>
        </p:nvSpPr>
        <p:spPr>
          <a:xfrm>
            <a:off x="5166245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19201"/>
            <a:ext cx="512064" cy="512064"/>
          </a:xfrm>
          <a:prstGeom prst="rect">
            <a:avLst/>
          </a:prstGeom>
        </p:spPr>
      </p:pic>
      <p:sp>
        <p:nvSpPr>
          <p:cNvPr id="39" name="network-node:label"/>
          <p:cNvSpPr txBox="1"/>
          <p:nvPr/>
        </p:nvSpPr>
        <p:spPr>
          <a:xfrm>
            <a:off x="5101094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40" name="Oval 39"/>
          <p:cNvSpPr/>
          <p:nvPr/>
        </p:nvSpPr>
        <p:spPr>
          <a:xfrm>
            <a:off x="7592377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19201"/>
            <a:ext cx="512064" cy="512064"/>
          </a:xfrm>
          <a:prstGeom prst="rect">
            <a:avLst/>
          </a:prstGeom>
        </p:spPr>
      </p:pic>
      <p:sp>
        <p:nvSpPr>
          <p:cNvPr id="42" name="network-node:label"/>
          <p:cNvSpPr txBox="1"/>
          <p:nvPr/>
        </p:nvSpPr>
        <p:spPr>
          <a:xfrm>
            <a:off x="7527226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3" name="Oval 42"/>
          <p:cNvSpPr/>
          <p:nvPr/>
        </p:nvSpPr>
        <p:spPr>
          <a:xfrm>
            <a:off x="10018509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24257"/>
            <a:ext cx="512064" cy="512064"/>
          </a:xfrm>
          <a:prstGeom prst="rect">
            <a:avLst/>
          </a:prstGeom>
        </p:spPr>
      </p:pic>
      <p:sp>
        <p:nvSpPr>
          <p:cNvPr id="45" name="network-node:label"/>
          <p:cNvSpPr txBox="1"/>
          <p:nvPr/>
        </p:nvSpPr>
        <p:spPr>
          <a:xfrm>
            <a:off x="9973932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6" name="Oval 45"/>
          <p:cNvSpPr/>
          <p:nvPr/>
        </p:nvSpPr>
        <p:spPr>
          <a:xfrm>
            <a:off x="10018509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14145"/>
            <a:ext cx="512064" cy="512064"/>
          </a:xfrm>
          <a:prstGeom prst="rect">
            <a:avLst/>
          </a:prstGeom>
        </p:spPr>
      </p:pic>
      <p:sp>
        <p:nvSpPr>
          <p:cNvPr id="48" name="network-node:label"/>
          <p:cNvSpPr txBox="1"/>
          <p:nvPr/>
        </p:nvSpPr>
        <p:spPr>
          <a:xfrm>
            <a:off x="9860775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76072" y="6126479"/>
            <a:ext cx="25603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network-legend:physical"/>
          <p:cNvSpPr txBox="1"/>
          <p:nvPr/>
        </p:nvSpPr>
        <p:spPr>
          <a:xfrm>
            <a:off x="905256" y="6044183"/>
            <a:ext cx="814959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物理リンク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939671" y="6126479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network-legend:access"/>
          <p:cNvSpPr txBox="1"/>
          <p:nvPr/>
        </p:nvSpPr>
        <p:spPr>
          <a:xfrm>
            <a:off x="2268855" y="6044183"/>
            <a:ext cx="1792224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Access（単一セグメント）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280535" y="6089903"/>
            <a:ext cx="2560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280535" y="6163055"/>
            <a:ext cx="2560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network-legend:trunk"/>
          <p:cNvSpPr txBox="1"/>
          <p:nvPr/>
        </p:nvSpPr>
        <p:spPr>
          <a:xfrm>
            <a:off x="4609719" y="6044183"/>
            <a:ext cx="172021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Trunk（複数セグメント）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4:textLayout xmlns:ns11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sp>
        <p:nvSpPr>
          <p:cNvPr id="6" name="protocol-state-flow:legend:protocol-state-flow:marker:plain"/>
          <p:cNvSpPr/>
          <p:nvPr/>
        </p:nvSpPr>
        <p:spPr>
          <a:xfrm>
            <a:off x="502920" y="1855724"/>
            <a:ext cx="38404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rotocol-state-flow:legend:plain"/>
          <p:cNvSpPr txBox="1"/>
          <p:nvPr/>
        </p:nvSpPr>
        <p:spPr>
          <a:xfrm>
            <a:off x="996696" y="1855724"/>
            <a:ext cx="530352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通常の値</a:t>
            </a:r>
          </a:p>
        </p:txBody>
      </p:sp>
      <p:sp>
        <p:nvSpPr>
          <p:cNvPr id="8" name="protocol-state-flow:legend:protocol-state-flow:marker:internal"/>
          <p:cNvSpPr/>
          <p:nvPr/>
        </p:nvSpPr>
        <p:spPr>
          <a:xfrm>
            <a:off x="1764792" y="1928876"/>
            <a:ext cx="38404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tocol-state-flow:legend:internal"/>
          <p:cNvSpPr txBox="1"/>
          <p:nvPr/>
        </p:nvSpPr>
        <p:spPr>
          <a:xfrm>
            <a:off x="2258568" y="1855724"/>
            <a:ext cx="77724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装置内部処理</a:t>
            </a:r>
          </a:p>
        </p:txBody>
      </p:sp>
      <p:sp>
        <p:nvSpPr>
          <p:cNvPr id="10" name="protocol-state-flow:legend:change"/>
          <p:cNvSpPr txBox="1"/>
          <p:nvPr/>
        </p:nvSpPr>
        <p:spPr>
          <a:xfrm>
            <a:off x="3273552" y="1855724"/>
            <a:ext cx="8415223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下線：直前から値・付加情報が変化</a:t>
            </a:r>
          </a:p>
        </p:txBody>
      </p:sp>
      <p:pic>
        <p:nvPicPr>
          <p:cNvPr id="11" name="Picture 1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223977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56232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13" name="Picture 12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2239772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666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5" name="Picture 14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223977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770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7" name="layout-background:protocol-state-flow:stage:internet"/>
          <p:cNvSpPr/>
          <p:nvPr/>
        </p:nvSpPr>
        <p:spPr>
          <a:xfrm>
            <a:off x="7805135" y="2898140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2239772"/>
            <a:ext cx="310896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8874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20" name="Picture 19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2239772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978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22" name="layout-background:protocol-state-flow:track:0"/>
          <p:cNvSpPr/>
          <p:nvPr/>
        </p:nvSpPr>
        <p:spPr>
          <a:xfrm>
            <a:off x="502920" y="2971292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154172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367786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271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2375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2479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2583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protocol-state-flow:marker:plain"/>
          <p:cNvSpPr/>
          <p:nvPr/>
        </p:nvSpPr>
        <p:spPr>
          <a:xfrm>
            <a:off x="22579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protocol-state-flow:value:unchanged:0:client"/>
          <p:cNvSpPr txBox="1"/>
          <p:nvPr/>
        </p:nvSpPr>
        <p:spPr>
          <a:xfrm>
            <a:off x="1883664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83664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32" name="protocol-state-flow:marker:plain"/>
          <p:cNvSpPr/>
          <p:nvPr/>
        </p:nvSpPr>
        <p:spPr>
          <a:xfrm>
            <a:off x="42683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rotocol-state-flow:value:unchanged:0:inside"/>
          <p:cNvSpPr txBox="1"/>
          <p:nvPr/>
        </p:nvSpPr>
        <p:spPr>
          <a:xfrm>
            <a:off x="38940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940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5" name="protocol-state-flow:marker:internal"/>
          <p:cNvSpPr/>
          <p:nvPr/>
        </p:nvSpPr>
        <p:spPr>
          <a:xfrm>
            <a:off x="6278727" y="3209036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protocol-state-flow:value:changed:0:nat"/>
          <p:cNvSpPr txBox="1"/>
          <p:nvPr/>
        </p:nvSpPr>
        <p:spPr>
          <a:xfrm>
            <a:off x="59044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 u="sng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044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6:textLayout xmlns:ns9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8" name="protocol-state-flow:marker:plain"/>
          <p:cNvSpPr/>
          <p:nvPr/>
        </p:nvSpPr>
        <p:spPr>
          <a:xfrm>
            <a:off x="82891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rotocol-state-flow:value:unchanged:0:internet"/>
          <p:cNvSpPr txBox="1"/>
          <p:nvPr/>
        </p:nvSpPr>
        <p:spPr>
          <a:xfrm>
            <a:off x="79148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1:textLayout xmlns:ns10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148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6:textLayout xmlns:ns10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41" name="protocol-state-flow:marker:plain"/>
          <p:cNvSpPr/>
          <p:nvPr/>
        </p:nvSpPr>
        <p:spPr>
          <a:xfrm>
            <a:off x="102995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protocol-state-flow:value:unchanged:0:server"/>
          <p:cNvSpPr txBox="1"/>
          <p:nvPr/>
        </p:nvSpPr>
        <p:spPr>
          <a:xfrm>
            <a:off x="99252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1:textLayout xmlns:ns11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52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6:textLayout xmlns:ns11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44" name="layout-background:protocol-state-flow:track:1"/>
          <p:cNvSpPr/>
          <p:nvPr/>
        </p:nvSpPr>
        <p:spPr>
          <a:xfrm>
            <a:off x="502920" y="4013708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1965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1:textLayout xmlns:ns121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410202"/>
            <a:ext cx="1115568" cy="408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6:textLayout xmlns:ns126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2271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2375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2479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2583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protocol-state-flow:marker:plain"/>
          <p:cNvSpPr/>
          <p:nvPr/>
        </p:nvSpPr>
        <p:spPr>
          <a:xfrm>
            <a:off x="22579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protocol-state-flow:value:unchanged:1:client"/>
          <p:cNvSpPr txBox="1"/>
          <p:nvPr/>
        </p:nvSpPr>
        <p:spPr>
          <a:xfrm>
            <a:off x="1883664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5:textLayout xmlns:ns13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83664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0:textLayout xmlns:ns14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54" name="protocol-state-flow:marker:plain"/>
          <p:cNvSpPr/>
          <p:nvPr/>
        </p:nvSpPr>
        <p:spPr>
          <a:xfrm>
            <a:off x="42683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protocol-state-flow:value:unchanged:1:inside"/>
          <p:cNvSpPr txBox="1"/>
          <p:nvPr/>
        </p:nvSpPr>
        <p:spPr>
          <a:xfrm>
            <a:off x="38940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5:textLayout xmlns:ns14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940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0:textLayout xmlns:ns15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7" name="protocol-state-flow:marker:internal"/>
          <p:cNvSpPr/>
          <p:nvPr/>
        </p:nvSpPr>
        <p:spPr>
          <a:xfrm>
            <a:off x="6278727" y="4251452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protocol-state-flow:value:unchanged:1:nat"/>
          <p:cNvSpPr txBox="1"/>
          <p:nvPr/>
        </p:nvSpPr>
        <p:spPr>
          <a:xfrm>
            <a:off x="59044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5:textLayout xmlns:ns15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044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0:textLayout xmlns:ns16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60" name="protocol-state-flow:marker:plain"/>
          <p:cNvSpPr/>
          <p:nvPr/>
        </p:nvSpPr>
        <p:spPr>
          <a:xfrm>
            <a:off x="82891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protocol-state-flow:value:unchanged:1:internet"/>
          <p:cNvSpPr txBox="1"/>
          <p:nvPr/>
        </p:nvSpPr>
        <p:spPr>
          <a:xfrm>
            <a:off x="79148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5:textLayout xmlns:ns1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148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0:textLayout xmlns:ns17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63" name="protocol-state-flow:marker:plain"/>
          <p:cNvSpPr/>
          <p:nvPr/>
        </p:nvSpPr>
        <p:spPr>
          <a:xfrm>
            <a:off x="102995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protocol-state-flow:value:unchanged:1:server"/>
          <p:cNvSpPr txBox="1"/>
          <p:nvPr/>
        </p:nvSpPr>
        <p:spPr>
          <a:xfrm>
            <a:off x="99252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5:textLayout xmlns:ns17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252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0:textLayout xmlns:ns18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85:textLayout xmlns:ns18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0:textLayout xmlns:ns19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protocol-anatomy:scale-note"/>
          <p:cNvSpPr txBox="1"/>
          <p:nvPr/>
        </p:nvSpPr>
        <p:spPr>
          <a:xfrm>
            <a:off x="502920" y="1855724"/>
            <a:ext cx="11185855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幅はbit数に比例しない概念図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40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85465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1185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2041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5011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0731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1587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6276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1996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852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9" name="protocol-anatomy:annotation:0:seq"/>
          <p:cNvCxnSpPr/>
          <p:nvPr/>
        </p:nvCxnSpPr>
        <p:spPr>
          <a:xfrm flipH="1">
            <a:off x="685800" y="2971292"/>
            <a:ext cx="3392081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3081020"/>
            <a:ext cx="608075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5860" y="3081020"/>
            <a:ext cx="2931566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2" name="protocol-anatomy:annotation:0:ack"/>
          <p:cNvCxnSpPr/>
          <p:nvPr/>
        </p:nvCxnSpPr>
        <p:spPr>
          <a:xfrm flipH="1">
            <a:off x="4481474" y="2971292"/>
            <a:ext cx="702145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298594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7506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5" name="protocol-anatomy:annotation:0:flags"/>
          <p:cNvCxnSpPr/>
          <p:nvPr/>
        </p:nvCxnSpPr>
        <p:spPr>
          <a:xfrm>
            <a:off x="6031382" y="2971292"/>
            <a:ext cx="2245766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94268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33180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2:textLayout xmlns:ns12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0:textLayout xmlns:ns40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6:textLayout xmlns:ns9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1:textLayout xmlns:ns10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knowledge:question:0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knowledge:option:0:0"/>
          <p:cNvSpPr txBox="1"/>
          <p:nvPr/>
        </p:nvSpPr>
        <p:spPr>
          <a:xfrm>
            <a:off x="1124712" y="2193218"/>
            <a:ext cx="319735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knowledge:option:0:1"/>
          <p:cNvSpPr txBox="1"/>
          <p:nvPr/>
        </p:nvSpPr>
        <p:spPr>
          <a:xfrm>
            <a:off x="4486656" y="2193218"/>
            <a:ext cx="319735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knowledge:option:0:2"/>
          <p:cNvSpPr txBox="1"/>
          <p:nvPr/>
        </p:nvSpPr>
        <p:spPr>
          <a:xfrm>
            <a:off x="7848599" y="2193218"/>
            <a:ext cx="319735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knowledge:question:1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knowledge:option:1:0"/>
          <p:cNvSpPr txBox="1"/>
          <p:nvPr/>
        </p:nvSpPr>
        <p:spPr>
          <a:xfrm>
            <a:off x="1124712" y="3107618"/>
            <a:ext cx="319735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knowledge:option:1:1"/>
          <p:cNvSpPr txBox="1"/>
          <p:nvPr/>
        </p:nvSpPr>
        <p:spPr>
          <a:xfrm>
            <a:off x="4486656" y="3107618"/>
            <a:ext cx="319735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knowledge:option:1:2"/>
          <p:cNvSpPr txBox="1"/>
          <p:nvPr/>
        </p:nvSpPr>
        <p:spPr>
          <a:xfrm>
            <a:off x="7848599" y="3107618"/>
            <a:ext cx="319735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knowledge:question:2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knowledge:option:2:0"/>
          <p:cNvSpPr txBox="1"/>
          <p:nvPr/>
        </p:nvSpPr>
        <p:spPr>
          <a:xfrm>
            <a:off x="1124712" y="4022018"/>
            <a:ext cx="319735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knowledge:option:2:1"/>
          <p:cNvSpPr txBox="1"/>
          <p:nvPr/>
        </p:nvSpPr>
        <p:spPr>
          <a:xfrm>
            <a:off x="4486656" y="4022018"/>
            <a:ext cx="319735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knowledge:option:2:2"/>
          <p:cNvSpPr txBox="1"/>
          <p:nvPr/>
        </p:nvSpPr>
        <p:spPr>
          <a:xfrm>
            <a:off x="7848599" y="4022018"/>
            <a:ext cx="319735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6つの判断材料を同じ粒度で比較する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各項目を同格に並べ、採用条件と実行上の論点を確認する。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対象業務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頻度が高く構成の共通性が高い資料から導入する。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既存フローを活用し、部門ごとに順次導入できる。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初期教育と運用窓口の準備を展開計画へ含める。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主要リスク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例外資料と固有要件は標準化の対象から切り分ける。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判断基準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品質、作成時間、運用負荷を測定して展開可否を決める。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929987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58787" y="2188372"/>
            <a:ext cx="4929987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60080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23379" y="2188372"/>
            <a:ext cx="460080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15787" y="2307244"/>
            <a:ext cx="960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929987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58787" y="2773588"/>
            <a:ext cx="4929987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432907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575907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60080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23379" y="3395380"/>
            <a:ext cx="460080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432907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575907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60080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23379" y="4017172"/>
            <a:ext cx="460080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432907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575907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60080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923379" y="4638964"/>
            <a:ext cx="460080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32907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575907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60080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923379" y="5260756"/>
            <a:ext cx="460080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432907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575907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paired:left:0"/>
          <p:cNvSpPr txBox="1"/>
          <p:nvPr/>
        </p:nvSpPr>
        <p:spPr>
          <a:xfrm>
            <a:off x="685800" y="2773588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70651" y="2883316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paired:criterion:0"/>
          <p:cNvSpPr txBox="1"/>
          <p:nvPr/>
        </p:nvSpPr>
        <p:spPr>
          <a:xfrm>
            <a:off x="5670651" y="2883316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paired:right:0"/>
          <p:cNvSpPr txBox="1"/>
          <p:nvPr/>
        </p:nvSpPr>
        <p:spPr>
          <a:xfrm>
            <a:off x="6941667" y="2773588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paired:left:1"/>
          <p:cNvSpPr txBox="1"/>
          <p:nvPr/>
        </p:nvSpPr>
        <p:spPr>
          <a:xfrm>
            <a:off x="685800" y="3395380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70651" y="3505108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paired:criterion:1"/>
          <p:cNvSpPr txBox="1"/>
          <p:nvPr/>
        </p:nvSpPr>
        <p:spPr>
          <a:xfrm>
            <a:off x="5670651" y="3505108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paired:right:1"/>
          <p:cNvSpPr txBox="1"/>
          <p:nvPr/>
        </p:nvSpPr>
        <p:spPr>
          <a:xfrm>
            <a:off x="6941667" y="3395380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paired:left:2"/>
          <p:cNvSpPr txBox="1"/>
          <p:nvPr/>
        </p:nvSpPr>
        <p:spPr>
          <a:xfrm>
            <a:off x="685800" y="4017172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70651" y="4126900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paired:criterion:2"/>
          <p:cNvSpPr txBox="1"/>
          <p:nvPr/>
        </p:nvSpPr>
        <p:spPr>
          <a:xfrm>
            <a:off x="5670651" y="4126900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paired:right:2"/>
          <p:cNvSpPr txBox="1"/>
          <p:nvPr/>
        </p:nvSpPr>
        <p:spPr>
          <a:xfrm>
            <a:off x="6941667" y="4017172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paired:left:3"/>
          <p:cNvSpPr txBox="1"/>
          <p:nvPr/>
        </p:nvSpPr>
        <p:spPr>
          <a:xfrm>
            <a:off x="685800" y="4638964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70651" y="4748692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paired:criterion:3"/>
          <p:cNvSpPr txBox="1"/>
          <p:nvPr/>
        </p:nvSpPr>
        <p:spPr>
          <a:xfrm>
            <a:off x="5670651" y="4748692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paired:right:3"/>
          <p:cNvSpPr txBox="1"/>
          <p:nvPr/>
        </p:nvSpPr>
        <p:spPr>
          <a:xfrm>
            <a:off x="6941667" y="4638964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paired:left:4"/>
          <p:cNvSpPr txBox="1"/>
          <p:nvPr/>
        </p:nvSpPr>
        <p:spPr>
          <a:xfrm>
            <a:off x="685800" y="5260756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70651" y="5370484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paired:criterion:4"/>
          <p:cNvSpPr txBox="1"/>
          <p:nvPr/>
        </p:nvSpPr>
        <p:spPr>
          <a:xfrm>
            <a:off x="5670651" y="5370484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paired:right:4"/>
          <p:cNvSpPr txBox="1"/>
          <p:nvPr/>
        </p:nvSpPr>
        <p:spPr>
          <a:xfrm>
            <a:off x="6941667" y="5260756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5387187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713067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387187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713067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387187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713067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387187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713067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387187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713067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mapping:crossing-mask:0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mapping:link:0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mapping:crossing-mask:1"/>
          <p:cNvCxnSpPr/>
          <p:nvPr/>
        </p:nvCxnSpPr>
        <p:spPr>
          <a:xfrm>
            <a:off x="4855464" y="3547872"/>
            <a:ext cx="2480767" cy="173736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mapping:link:1"/>
          <p:cNvCxnSpPr/>
          <p:nvPr/>
        </p:nvCxnSpPr>
        <p:spPr>
          <a:xfrm>
            <a:off x="4855464" y="3547872"/>
            <a:ext cx="2480767" cy="173736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mapping:crossing-mask:2"/>
          <p:cNvCxnSpPr/>
          <p:nvPr/>
        </p:nvCxnSpPr>
        <p:spPr>
          <a:xfrm>
            <a:off x="4855464" y="3895344"/>
            <a:ext cx="2480767" cy="301752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mapping:link:2"/>
          <p:cNvCxnSpPr/>
          <p:nvPr/>
        </p:nvCxnSpPr>
        <p:spPr>
          <a:xfrm>
            <a:off x="4855464" y="3895344"/>
            <a:ext cx="2480767" cy="301752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mapping:crossing-mask:3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mapping:link:3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mapping:crossing-mask:4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mapping:link:4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mapping:crossing-mask:5"/>
          <p:cNvCxnSpPr/>
          <p:nvPr/>
        </p:nvCxnSpPr>
        <p:spPr>
          <a:xfrm>
            <a:off x="4855464" y="4370832"/>
            <a:ext cx="2480767" cy="173736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mapping:link:5"/>
          <p:cNvCxnSpPr/>
          <p:nvPr/>
        </p:nvCxnSpPr>
        <p:spPr>
          <a:xfrm>
            <a:off x="4855464" y="4370832"/>
            <a:ext cx="2480767" cy="173736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mapping:item:left:manual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mapping:text:left:manual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mapping:item:left:approval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mapping:text:left:approval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mapping:item:left:data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mapping:text:left:data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mapping:item:left:visibility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mapping:text:left:visibility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mapping:item:left:quality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mapping:text:left:quality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mapping:item:right:standardize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mapping:text:right:standardize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mapping:item:right:rules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mapping:text:right:rules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mapping:item:right:integrate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mapping:text:right:integrate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mapping:item:right:dashboard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mapping:text:right:dashboard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mapping:item:right:review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mapping:text:right:review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mapping:port:left:0"/>
          <p:cNvSpPr/>
          <p:nvPr/>
        </p:nvSpPr>
        <p:spPr>
          <a:xfrm>
            <a:off x="4828031" y="2395728"/>
            <a:ext cx="54864" cy="5486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mapping:port:right:0"/>
          <p:cNvSpPr/>
          <p:nvPr/>
        </p:nvSpPr>
        <p:spPr>
          <a:xfrm>
            <a:off x="7308799" y="2395728"/>
            <a:ext cx="54864" cy="5486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pping:port:left:1"/>
          <p:cNvSpPr/>
          <p:nvPr/>
        </p:nvSpPr>
        <p:spPr>
          <a:xfrm>
            <a:off x="4828031" y="3520440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mapping:port:right:1"/>
          <p:cNvSpPr/>
          <p:nvPr/>
        </p:nvSpPr>
        <p:spPr>
          <a:xfrm>
            <a:off x="7308799" y="3694176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pping:port:left:2"/>
          <p:cNvSpPr/>
          <p:nvPr/>
        </p:nvSpPr>
        <p:spPr>
          <a:xfrm>
            <a:off x="4828031" y="3867912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mapping:port:right:2"/>
          <p:cNvSpPr/>
          <p:nvPr/>
        </p:nvSpPr>
        <p:spPr>
          <a:xfrm>
            <a:off x="7308799" y="4169663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pping:port:left:3"/>
          <p:cNvSpPr/>
          <p:nvPr/>
        </p:nvSpPr>
        <p:spPr>
          <a:xfrm>
            <a:off x="4828031" y="3044952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mapping:port:right:3"/>
          <p:cNvSpPr/>
          <p:nvPr/>
        </p:nvSpPr>
        <p:spPr>
          <a:xfrm>
            <a:off x="7308799" y="3044952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pping:port:left:4"/>
          <p:cNvSpPr/>
          <p:nvPr/>
        </p:nvSpPr>
        <p:spPr>
          <a:xfrm>
            <a:off x="4828031" y="4992624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mapping:port:right:4"/>
          <p:cNvSpPr/>
          <p:nvPr/>
        </p:nvSpPr>
        <p:spPr>
          <a:xfrm>
            <a:off x="7308799" y="4992624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pping:port:left:5"/>
          <p:cNvSpPr/>
          <p:nvPr/>
        </p:nvSpPr>
        <p:spPr>
          <a:xfrm>
            <a:off x="4828031" y="4343400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mapping:port:right:5"/>
          <p:cNvSpPr/>
          <p:nvPr/>
        </p:nvSpPr>
        <p:spPr>
          <a:xfrm>
            <a:off x="7308799" y="4517136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8F97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swimlane:stage-label:detect"/>
          <p:cNvSpPr txBox="1"/>
          <p:nvPr/>
        </p:nvSpPr>
        <p:spPr>
          <a:xfrm>
            <a:off x="1627632" y="1915160"/>
            <a:ext cx="233172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8F97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swimlane:stage-label:verify"/>
          <p:cNvSpPr txBox="1"/>
          <p:nvPr/>
        </p:nvSpPr>
        <p:spPr>
          <a:xfrm>
            <a:off x="4215384" y="1915160"/>
            <a:ext cx="233172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8F97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swimlane:stage-label:recover"/>
          <p:cNvSpPr txBox="1"/>
          <p:nvPr/>
        </p:nvSpPr>
        <p:spPr>
          <a:xfrm>
            <a:off x="6803136" y="1915160"/>
            <a:ext cx="233172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8F97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swimlane:stage-label:close"/>
          <p:cNvSpPr txBox="1"/>
          <p:nvPr/>
        </p:nvSpPr>
        <p:spPr>
          <a:xfrm>
            <a:off x="9390888" y="1915160"/>
            <a:ext cx="233172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swimlane:lane-background:label:user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swimlane:lane-background:canvas:user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swimlane:lane-label:user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17" name="swimlane:lane-background:label:ops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swimlane:lane-background:canvas:ops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swimlane:lane-label:ops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sp>
        <p:nvSpPr>
          <p:cNvPr id="20" name="swimlane:lane-background:label:network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swimlane:lane-background:canvas:network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swimlane:lane-label:network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sp>
        <p:nvSpPr>
          <p:cNvPr id="23" name="swimlane:lane-background:label:carrier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swimlane:lane-background:canvas:carrier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swimlane:lane-label:carrier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6" name="swimlane:lane-boundary:user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10160">
            <a:solidFill>
              <a:srgbClr val="8F97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wimlane:lane-boundary:ops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10160">
            <a:solidFill>
              <a:srgbClr val="8F97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wimlane:lane-boundary:network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10160">
            <a:solidFill>
              <a:srgbClr val="8F97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wimlane:lane-boundary:carrier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10160">
            <a:solidFill>
              <a:srgbClr val="8F97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8F97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8F97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8F97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8F97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8F97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wimlane:edge:0:0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wimlane:edge:0:1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wimlane:edge:0:2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wimlane:edge:1:0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wimlane:edge:2:0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wimlane:edge:2:1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wimlane:edge:2:2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wimlane:edge:3:0"/>
          <p:cNvCxnSpPr/>
          <p:nvPr/>
        </p:nvCxnSpPr>
        <p:spPr>
          <a:xfrm>
            <a:off x="5065145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wimlane:edge:4:0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wimlane:edge:5:0"/>
          <p:cNvCxnSpPr/>
          <p:nvPr/>
        </p:nvCxnSpPr>
        <p:spPr>
          <a:xfrm>
            <a:off x="585184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wimlane:edge:5:1"/>
          <p:cNvCxnSpPr/>
          <p:nvPr/>
        </p:nvCxnSpPr>
        <p:spPr>
          <a:xfrm>
            <a:off x="5851844" y="3967988"/>
            <a:ext cx="277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wimlane:edge:5:2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wimlane:edge:6:0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wimlane:edge:6:1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wimlane:edge:6:2"/>
          <p:cNvCxnSpPr/>
          <p:nvPr/>
        </p:nvCxnSpPr>
        <p:spPr>
          <a:xfrm>
            <a:off x="6638544" y="5271008"/>
            <a:ext cx="32461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wimlane:edge:7:0"/>
          <p:cNvCxnSpPr/>
          <p:nvPr/>
        </p:nvCxnSpPr>
        <p:spPr>
          <a:xfrm>
            <a:off x="8974836" y="5271008"/>
            <a:ext cx="8686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wimlane:edge:7:1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wimlane:edge:7:2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wimlane:edge:7:3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wimlane:edge:8:0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wimlane:edge:9:0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wimlane:edge:9:1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wimlane:edge:9:2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wimlane:edge:10:0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swimlane:step:report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swimlane:step-label:report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障害申告</a:t>
            </a:r>
          </a:p>
        </p:txBody>
      </p:sp>
      <p:sp>
        <p:nvSpPr>
          <p:cNvPr id="61" name="swimlane:step:triage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swimlane:step-label:triage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一次確認</a:t>
            </a:r>
          </a:p>
        </p:txBody>
      </p:sp>
      <p:sp>
        <p:nvSpPr>
          <p:cNvPr id="63" name="swimlane:step:monitor"/>
          <p:cNvSpPr/>
          <p:nvPr/>
        </p:nvSpPr>
        <p:spPr>
          <a:xfrm>
            <a:off x="4215384" y="3305048"/>
            <a:ext cx="849761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swimlane:step-label:monitor"/>
          <p:cNvSpPr txBox="1"/>
          <p:nvPr/>
        </p:nvSpPr>
        <p:spPr>
          <a:xfrm>
            <a:off x="4270248" y="3305048"/>
            <a:ext cx="740033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監視確認</a:t>
            </a:r>
          </a:p>
        </p:txBody>
      </p:sp>
      <p:sp>
        <p:nvSpPr>
          <p:cNvPr id="65" name="swimlane:step:device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swimlane:step-label:device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機器確認</a:t>
            </a:r>
          </a:p>
        </p:txBody>
      </p:sp>
      <p:sp>
        <p:nvSpPr>
          <p:cNvPr id="67" name="swimlane:step:isolate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swimlane:step-label:isolate"/>
          <p:cNvSpPr txBox="1"/>
          <p:nvPr/>
        </p:nvSpPr>
        <p:spPr>
          <a:xfrm>
            <a:off x="5337809" y="4173727"/>
            <a:ext cx="1083564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6:textLayout xmlns:ns96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分け</a:t>
            </a:r>
          </a:p>
        </p:txBody>
      </p:sp>
      <p:sp>
        <p:nvSpPr>
          <p:cNvPr id="69" name="swimlane:step:escalate"/>
          <p:cNvSpPr/>
          <p:nvPr/>
        </p:nvSpPr>
        <p:spPr>
          <a:xfrm>
            <a:off x="5156585" y="3305048"/>
            <a:ext cx="1390518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swimlane:step-label:escalate"/>
          <p:cNvSpPr txBox="1"/>
          <p:nvPr/>
        </p:nvSpPr>
        <p:spPr>
          <a:xfrm>
            <a:off x="5211449" y="3305048"/>
            <a:ext cx="1280790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エスカレーション</a:t>
            </a:r>
          </a:p>
        </p:txBody>
      </p:sp>
      <p:sp>
        <p:nvSpPr>
          <p:cNvPr id="71" name="swimlane:step:provider"/>
          <p:cNvSpPr/>
          <p:nvPr/>
        </p:nvSpPr>
        <p:spPr>
          <a:xfrm>
            <a:off x="6963156" y="5042408"/>
            <a:ext cx="201168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swimlane:step-label:provider"/>
          <p:cNvSpPr txBox="1"/>
          <p:nvPr/>
        </p:nvSpPr>
        <p:spPr>
          <a:xfrm>
            <a:off x="7018020" y="5042408"/>
            <a:ext cx="1901952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0:textLayout xmlns:ns11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swimlane:step:recover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swimlane:step-label:recover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5:textLayout xmlns:ns11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復旧作業</a:t>
            </a:r>
          </a:p>
        </p:txBody>
      </p:sp>
      <p:sp>
        <p:nvSpPr>
          <p:cNvPr id="75" name="swimlane:step:notify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swimlane:step-label:notify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利用者連絡</a:t>
            </a:r>
          </a:p>
        </p:txBody>
      </p:sp>
      <p:sp>
        <p:nvSpPr>
          <p:cNvPr id="77" name="swimlane:step:result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swimlane:step-label:result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結果確認</a:t>
            </a:r>
          </a:p>
        </p:txBody>
      </p:sp>
      <p:sp>
        <p:nvSpPr>
          <p:cNvPr id="79" name="swimlane:step:close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swimlane:step-label:close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6:textLayout xmlns:ns136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43:textLayout xmlns:ns14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48:textLayout xmlns:ns14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5167" y="2912546"/>
            <a:ext cx="9948672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sequence-phase-label:0"/>
          <p:cNvSpPr txBox="1"/>
          <p:nvPr/>
        </p:nvSpPr>
        <p:spPr>
          <a:xfrm>
            <a:off x="764895" y="2949122"/>
            <a:ext cx="1097280" cy="512064"/>
          </a:xfrm>
          <a:prstGeom prst="rect">
            <a:avLst/>
          </a:prstGeom>
          <a:solidFill>
            <a:srgbClr val="DFEBE8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655167" y="5107106"/>
            <a:ext cx="9948672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sequence-phase-label:1"/>
          <p:cNvSpPr txBox="1"/>
          <p:nvPr/>
        </p:nvSpPr>
        <p:spPr>
          <a:xfrm>
            <a:off x="764895" y="5143682"/>
            <a:ext cx="1097280" cy="512064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equence-lifeline:ops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equence-lifeline:monitor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equence-lifeline:branch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equence-lifeline:center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equence-lifeline:carrier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equence-message-line:detect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sequence-message-line:request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sequence-message-line:reply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5875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5:textLayout xmlns:ns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sequence-message-line:logs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sequence-message-line:isolate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sequence-message-line:carrier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sequence-message-line:recover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5875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sequence-message-line:report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6:textLayout xmlns:ns10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9576" y="19288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ferences:index[0]"/>
          <p:cNvSpPr/>
          <p:nvPr/>
        </p:nvSpPr>
        <p:spPr>
          <a:xfrm>
            <a:off x="521208" y="22031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22031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203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80015" y="20203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3167" y="20203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2" name="references:url[0]"/>
          <p:cNvSpPr txBox="1"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https://example.com/docs/product-overview</a:t>
            </a:r>
          </a:p>
        </p:txBody>
      </p:sp>
      <p:sp>
        <p:nvSpPr>
          <p:cNvPr id="13" name="references:link[0]">
            <a:hlinkClick r:id="rId2"/>
          </p:cNvPr>
          <p:cNvSpPr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9576" y="28432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ferences:index[1]"/>
          <p:cNvSpPr/>
          <p:nvPr/>
        </p:nvSpPr>
        <p:spPr>
          <a:xfrm>
            <a:off x="521208" y="31175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1175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29347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015" y="29347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3167" y="29347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20" name="references:url[1]"/>
          <p:cNvSpPr txBox="1"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https://example.com/docs/operations-guide</a:t>
            </a:r>
          </a:p>
        </p:txBody>
      </p:sp>
      <p:sp>
        <p:nvSpPr>
          <p:cNvPr id="21" name="references:link[1]">
            <a:hlinkClick r:id="rId3"/>
          </p:cNvPr>
          <p:cNvSpPr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37576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ferences:index[2]"/>
          <p:cNvSpPr/>
          <p:nvPr/>
        </p:nvSpPr>
        <p:spPr>
          <a:xfrm>
            <a:off x="521208" y="40319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0319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9576" y="3849116"/>
            <a:ext cx="1050919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6" name="references:url[2]"/>
          <p:cNvSpPr txBox="1"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https://example.com/pricing</a:t>
            </a:r>
          </a:p>
        </p:txBody>
      </p:sp>
      <p:sp>
        <p:nvSpPr>
          <p:cNvPr id="27" name="references:link[2]">
            <a:hlinkClick r:id="rId4"/>
          </p:cNvPr>
          <p:cNvSpPr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