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意思決定からシステム構成まで、23の標準レイアウトを検証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87068"/>
            <a:ext cx="4206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72436"/>
            <a:ext cx="4206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57803"/>
            <a:ext cx="4206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3337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18740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04107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18947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77850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5290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6387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3827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49243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3461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