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3391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9224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3391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7983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3391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7983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3391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7983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73391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7983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73391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7983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59" name="Oval 58"/>
          <p:cNvSpPr/>
          <p:nvPr/>
        </p:nvSpPr>
        <p:spPr>
          <a:xfrm>
            <a:off x="4681728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81728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81728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81728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681728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36815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436815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436815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436815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36815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2100376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00376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288676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2886760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88676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67314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3673144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7314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445952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02920" y="4459528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4595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24591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063707" y="2493568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78959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7895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644019" y="327995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11781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81647" y="3279952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66979" y="4066336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15053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83867" y="4322368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70251" y="4852720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84335" y="3627424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652681" y="3627424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652681" y="3535984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8491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285503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85503" y="2493568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450563" y="2493568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490939" y="2237536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82379" y="2237536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95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9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7171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08611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94211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85651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82815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74255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97483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88923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97483" y="4596688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923" y="459668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04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118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86087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7527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23715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15155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8" y="26289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" y="2519172"/>
            <a:ext cx="1133856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808" y="46863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4576572"/>
            <a:ext cx="1133856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77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4862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8892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2489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5174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9204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801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5486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3113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798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828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3425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110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0140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788920" y="24231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054095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834640"/>
            <a:ext cx="420623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05655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788920" y="3246120"/>
            <a:ext cx="4206239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05655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92040" y="3657600"/>
            <a:ext cx="210311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57216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59" y="4069080"/>
            <a:ext cx="2103121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60335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" y="44805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63456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9098280" y="4892040"/>
            <a:ext cx="210312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63456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788920" y="530352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054095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