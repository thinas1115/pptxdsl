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58787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3379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5787" y="2307244"/>
            <a:ext cx="960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929987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8787" y="2773588"/>
            <a:ext cx="4929987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432907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75907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23379" y="3395380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32907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75907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23379" y="4017172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32907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75907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23379" y="4638964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32907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75907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23379" y="5260756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32907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75907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ired:left:0"/>
          <p:cNvSpPr txBox="1"/>
          <p:nvPr/>
        </p:nvSpPr>
        <p:spPr>
          <a:xfrm>
            <a:off x="685800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aired:criterion:0"/>
          <p:cNvSpPr txBox="1"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paired:right:0"/>
          <p:cNvSpPr txBox="1"/>
          <p:nvPr/>
        </p:nvSpPr>
        <p:spPr>
          <a:xfrm>
            <a:off x="6941667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paired:left:1"/>
          <p:cNvSpPr txBox="1"/>
          <p:nvPr/>
        </p:nvSpPr>
        <p:spPr>
          <a:xfrm>
            <a:off x="685800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paired:criterion:1"/>
          <p:cNvSpPr txBox="1"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paired:right:1"/>
          <p:cNvSpPr txBox="1"/>
          <p:nvPr/>
        </p:nvSpPr>
        <p:spPr>
          <a:xfrm>
            <a:off x="6941667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paired:left:2"/>
          <p:cNvSpPr txBox="1"/>
          <p:nvPr/>
        </p:nvSpPr>
        <p:spPr>
          <a:xfrm>
            <a:off x="685800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paired:criterion:2"/>
          <p:cNvSpPr txBox="1"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paired:right:2"/>
          <p:cNvSpPr txBox="1"/>
          <p:nvPr/>
        </p:nvSpPr>
        <p:spPr>
          <a:xfrm>
            <a:off x="6941667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paired:left:3"/>
          <p:cNvSpPr txBox="1"/>
          <p:nvPr/>
        </p:nvSpPr>
        <p:spPr>
          <a:xfrm>
            <a:off x="685800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aired:criterion:3"/>
          <p:cNvSpPr txBox="1"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paired:right:3"/>
          <p:cNvSpPr txBox="1"/>
          <p:nvPr/>
        </p:nvSpPr>
        <p:spPr>
          <a:xfrm>
            <a:off x="6941667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paired:left:4"/>
          <p:cNvSpPr txBox="1"/>
          <p:nvPr/>
        </p:nvSpPr>
        <p:spPr>
          <a:xfrm>
            <a:off x="685800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paired:criterion:4"/>
          <p:cNvSpPr txBox="1"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paired:right:4"/>
          <p:cNvSpPr txBox="1"/>
          <p:nvPr/>
        </p:nvSpPr>
        <p:spPr>
          <a:xfrm>
            <a:off x="6941667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5387187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13067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7187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13067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87187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3067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87187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3067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87187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13067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