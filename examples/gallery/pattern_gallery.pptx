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docs/product-overview" TargetMode="External"/><Relationship Id="rId3" Type="http://schemas.openxmlformats.org/officeDocument/2006/relationships/hyperlink" Target="https://example.com/docs/operations-guide" TargetMode="External"/><Relationship Id="rId4" Type="http://schemas.openxmlformats.org/officeDocument/2006/relationships/hyperlink" Target="https://example.com/pric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:textLayout xmlns:ns9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意思決定から技術研修まで、27のTypeを37枚で検証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4:textLayout xmlns:ns1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:textLayout xmlns:ns1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4:textLayout xmlns:ns2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1:textLayout xmlns:ns41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>
                      <a:extLst>
                        <a:ext uri="{8AF73BB6-5E31-4F0F-A399-3D98F3B95FD9}">
                          <ns12:textLayout xmlns:ns1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7:textLayout xmlns:ns1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2:textLayout xmlns:ns2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7:textLayout xmlns:ns2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32:textLayout xmlns:ns3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7:textLayout xmlns:ns3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2:textLayout xmlns:ns4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7:textLayout xmlns:ns4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52:textLayout xmlns:ns5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57:textLayout xmlns:ns5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2:textLayout xmlns:ns6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7:textLayout xmlns:ns6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72:textLayout xmlns:ns7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77:textLayout xmlns:ns7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2:textLayout xmlns:ns8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7:textLayout xmlns:ns8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4105884" y="1772412"/>
            <a:ext cx="0" cy="13525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4105884" y="2197227"/>
            <a:ext cx="0" cy="103251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4105884" y="3519297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5812612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7519339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922606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10932795" y="1772412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0932795" y="4079367"/>
            <a:ext cx="0" cy="145732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399157" y="1957959"/>
            <a:ext cx="1536054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399157" y="2338958"/>
            <a:ext cx="443749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399157" y="2899029"/>
            <a:ext cx="4096146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2399157" y="3280029"/>
            <a:ext cx="1433651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2399157" y="3840099"/>
            <a:ext cx="8192292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2399157" y="4221099"/>
            <a:ext cx="2901436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2399157" y="4781169"/>
            <a:ext cx="3072109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2399157" y="5162169"/>
            <a:ext cx="955767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1729359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axis-value"/>
          <p:cNvSpPr txBox="1"/>
          <p:nvPr/>
        </p:nvSpPr>
        <p:spPr>
          <a:xfrm>
            <a:off x="2334577" y="5600700"/>
            <a:ext cx="129159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26" name="chart:axis-value"/>
          <p:cNvSpPr txBox="1"/>
          <p:nvPr/>
        </p:nvSpPr>
        <p:spPr>
          <a:xfrm>
            <a:off x="3995013" y="560070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sp>
        <p:nvSpPr>
          <p:cNvPr id="27" name="chart:axis-value"/>
          <p:cNvSpPr txBox="1"/>
          <p:nvPr/>
        </p:nvSpPr>
        <p:spPr>
          <a:xfrm>
            <a:off x="5655449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7362177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9068904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10775632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250</a:t>
            </a:r>
          </a:p>
        </p:txBody>
      </p:sp>
      <p:sp>
        <p:nvSpPr>
          <p:cNvPr id="31" name="chart:category"/>
          <p:cNvSpPr txBox="1"/>
          <p:nvPr/>
        </p:nvSpPr>
        <p:spPr>
          <a:xfrm>
            <a:off x="694944" y="213474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32" name="chart:category"/>
          <p:cNvSpPr txBox="1"/>
          <p:nvPr/>
        </p:nvSpPr>
        <p:spPr>
          <a:xfrm>
            <a:off x="694944" y="307581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694944" y="401688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694944" y="495795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5" name="chart:legend"/>
          <p:cNvSpPr txBox="1"/>
          <p:nvPr/>
        </p:nvSpPr>
        <p:spPr>
          <a:xfrm>
            <a:off x="896112" y="5864352"/>
            <a:ext cx="66865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1930527" y="5864352"/>
            <a:ext cx="833247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37" name="chart:data-value"/>
          <p:cNvSpPr txBox="1"/>
          <p:nvPr/>
        </p:nvSpPr>
        <p:spPr>
          <a:xfrm>
            <a:off x="4017507" y="1944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38" name="chart:data-value"/>
          <p:cNvSpPr txBox="1"/>
          <p:nvPr/>
        </p:nvSpPr>
        <p:spPr>
          <a:xfrm>
            <a:off x="2925202" y="2325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6577599" y="288531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3915104" y="326631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10673745" y="382638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5382889" y="420738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5553562" y="4767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3437220" y="5148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081278" y="4283201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1081278" y="3518915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081278" y="2754629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1081278" y="1990344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zero-axis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data-line"/>
          <p:cNvCxnSpPr/>
          <p:nvPr/>
        </p:nvCxnSpPr>
        <p:spPr>
          <a:xfrm flipV="1">
            <a:off x="1647232" y="4359630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data-line"/>
          <p:cNvCxnSpPr/>
          <p:nvPr/>
        </p:nvCxnSpPr>
        <p:spPr>
          <a:xfrm flipV="1">
            <a:off x="2779141" y="4092130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data-line"/>
          <p:cNvCxnSpPr/>
          <p:nvPr/>
        </p:nvCxnSpPr>
        <p:spPr>
          <a:xfrm flipV="1">
            <a:off x="3911049" y="3862844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data-line"/>
          <p:cNvCxnSpPr/>
          <p:nvPr/>
        </p:nvCxnSpPr>
        <p:spPr>
          <a:xfrm flipV="1">
            <a:off x="5042958" y="3366058"/>
            <a:ext cx="1131909" cy="4967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hart:data-line"/>
          <p:cNvCxnSpPr/>
          <p:nvPr/>
        </p:nvCxnSpPr>
        <p:spPr>
          <a:xfrm flipV="1">
            <a:off x="6174867" y="3060344"/>
            <a:ext cx="1131908" cy="305714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hart:data-line"/>
          <p:cNvCxnSpPr/>
          <p:nvPr/>
        </p:nvCxnSpPr>
        <p:spPr>
          <a:xfrm flipV="1">
            <a:off x="7306775" y="2716415"/>
            <a:ext cx="1131909" cy="343929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hart:data-line"/>
          <p:cNvCxnSpPr/>
          <p:nvPr/>
        </p:nvCxnSpPr>
        <p:spPr>
          <a:xfrm flipV="1">
            <a:off x="8438684" y="2487129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hart:data-line"/>
          <p:cNvCxnSpPr/>
          <p:nvPr/>
        </p:nvCxnSpPr>
        <p:spPr>
          <a:xfrm flipV="1">
            <a:off x="9570593" y="2219629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hart:data-line"/>
          <p:cNvCxnSpPr/>
          <p:nvPr/>
        </p:nvCxnSpPr>
        <p:spPr>
          <a:xfrm flipV="1">
            <a:off x="1647232" y="4092130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hart:data-line"/>
          <p:cNvCxnSpPr/>
          <p:nvPr/>
        </p:nvCxnSpPr>
        <p:spPr>
          <a:xfrm flipV="1">
            <a:off x="2779141" y="3901058"/>
            <a:ext cx="1131908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hart:data-line"/>
          <p:cNvCxnSpPr/>
          <p:nvPr/>
        </p:nvCxnSpPr>
        <p:spPr>
          <a:xfrm flipV="1">
            <a:off x="3911049" y="3709987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hart:data-line"/>
          <p:cNvCxnSpPr/>
          <p:nvPr/>
        </p:nvCxnSpPr>
        <p:spPr>
          <a:xfrm flipV="1">
            <a:off x="5042958" y="3518915"/>
            <a:ext cx="1131909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hart:data-line"/>
          <p:cNvCxnSpPr/>
          <p:nvPr/>
        </p:nvCxnSpPr>
        <p:spPr>
          <a:xfrm flipV="1">
            <a:off x="6174867" y="3136773"/>
            <a:ext cx="1131908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hart:data-line"/>
          <p:cNvCxnSpPr/>
          <p:nvPr/>
        </p:nvCxnSpPr>
        <p:spPr>
          <a:xfrm flipV="1">
            <a:off x="7306775" y="2754629"/>
            <a:ext cx="1131909" cy="382144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hart:data-line"/>
          <p:cNvCxnSpPr/>
          <p:nvPr/>
        </p:nvCxnSpPr>
        <p:spPr>
          <a:xfrm flipV="1">
            <a:off x="8438684" y="2372487"/>
            <a:ext cx="1131909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hart:data-line"/>
          <p:cNvCxnSpPr/>
          <p:nvPr/>
        </p:nvCxnSpPr>
        <p:spPr>
          <a:xfrm flipV="1">
            <a:off x="9570593" y="1990344"/>
            <a:ext cx="1131908" cy="382143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art:legend-key"/>
          <p:cNvSpPr/>
          <p:nvPr/>
        </p:nvSpPr>
        <p:spPr>
          <a:xfrm>
            <a:off x="1554480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art:data-dot"/>
          <p:cNvSpPr/>
          <p:nvPr/>
        </p:nvSpPr>
        <p:spPr>
          <a:xfrm>
            <a:off x="1601512" y="454319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art:data-dot"/>
          <p:cNvSpPr/>
          <p:nvPr/>
        </p:nvSpPr>
        <p:spPr>
          <a:xfrm>
            <a:off x="2733421" y="43139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art:data-dot"/>
          <p:cNvSpPr/>
          <p:nvPr/>
        </p:nvSpPr>
        <p:spPr>
          <a:xfrm>
            <a:off x="3865329" y="40464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art:data-dot"/>
          <p:cNvSpPr/>
          <p:nvPr/>
        </p:nvSpPr>
        <p:spPr>
          <a:xfrm>
            <a:off x="4997238" y="38171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hart:data-dot"/>
          <p:cNvSpPr/>
          <p:nvPr/>
        </p:nvSpPr>
        <p:spPr>
          <a:xfrm>
            <a:off x="6129147" y="332033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art:data-dot"/>
          <p:cNvSpPr/>
          <p:nvPr/>
        </p:nvSpPr>
        <p:spPr>
          <a:xfrm>
            <a:off x="7261055" y="30146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art:data-dot"/>
          <p:cNvSpPr/>
          <p:nvPr/>
        </p:nvSpPr>
        <p:spPr>
          <a:xfrm>
            <a:off x="8392964" y="267069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hart:data-dot"/>
          <p:cNvSpPr/>
          <p:nvPr/>
        </p:nvSpPr>
        <p:spPr>
          <a:xfrm>
            <a:off x="9524873" y="24414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art:data-dot"/>
          <p:cNvSpPr/>
          <p:nvPr/>
        </p:nvSpPr>
        <p:spPr>
          <a:xfrm>
            <a:off x="10656781" y="21739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hart:data-dot"/>
          <p:cNvSpPr/>
          <p:nvPr/>
        </p:nvSpPr>
        <p:spPr>
          <a:xfrm>
            <a:off x="1601512" y="423748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chart:data-dot"/>
          <p:cNvSpPr/>
          <p:nvPr/>
        </p:nvSpPr>
        <p:spPr>
          <a:xfrm>
            <a:off x="2733421" y="40464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hart:data-dot"/>
          <p:cNvSpPr/>
          <p:nvPr/>
        </p:nvSpPr>
        <p:spPr>
          <a:xfrm>
            <a:off x="3865329" y="3855338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rt:data-dot"/>
          <p:cNvSpPr/>
          <p:nvPr/>
        </p:nvSpPr>
        <p:spPr>
          <a:xfrm>
            <a:off x="4997238" y="36642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art:data-dot"/>
          <p:cNvSpPr/>
          <p:nvPr/>
        </p:nvSpPr>
        <p:spPr>
          <a:xfrm>
            <a:off x="6129147" y="347319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art:data-dot"/>
          <p:cNvSpPr/>
          <p:nvPr/>
        </p:nvSpPr>
        <p:spPr>
          <a:xfrm>
            <a:off x="7261055" y="309105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art:data-dot"/>
          <p:cNvSpPr/>
          <p:nvPr/>
        </p:nvSpPr>
        <p:spPr>
          <a:xfrm>
            <a:off x="8392964" y="27089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hart:data-dot"/>
          <p:cNvSpPr/>
          <p:nvPr/>
        </p:nvSpPr>
        <p:spPr>
          <a:xfrm>
            <a:off x="9524873" y="23267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hart:data-dot"/>
          <p:cNvSpPr/>
          <p:nvPr/>
        </p:nvSpPr>
        <p:spPr>
          <a:xfrm>
            <a:off x="10656781" y="19446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art:axis-value"/>
          <p:cNvSpPr txBox="1"/>
          <p:nvPr/>
        </p:nvSpPr>
        <p:spPr>
          <a:xfrm>
            <a:off x="694944" y="4939284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48" name="chart:axis-value"/>
          <p:cNvSpPr txBox="1"/>
          <p:nvPr/>
        </p:nvSpPr>
        <p:spPr>
          <a:xfrm>
            <a:off x="694944" y="4174997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9" name="chart:axis-value"/>
          <p:cNvSpPr txBox="1"/>
          <p:nvPr/>
        </p:nvSpPr>
        <p:spPr>
          <a:xfrm>
            <a:off x="694944" y="3410711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sp>
        <p:nvSpPr>
          <p:cNvPr id="50" name="chart:axis-value"/>
          <p:cNvSpPr txBox="1"/>
          <p:nvPr/>
        </p:nvSpPr>
        <p:spPr>
          <a:xfrm>
            <a:off x="694944" y="2646426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sp>
        <p:nvSpPr>
          <p:cNvPr id="51" name="chart:axis-value"/>
          <p:cNvSpPr txBox="1"/>
          <p:nvPr/>
        </p:nvSpPr>
        <p:spPr>
          <a:xfrm>
            <a:off x="694944" y="188214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sp>
        <p:nvSpPr>
          <p:cNvPr id="52" name="chart:category"/>
          <p:cNvSpPr txBox="1"/>
          <p:nvPr/>
        </p:nvSpPr>
        <p:spPr>
          <a:xfrm>
            <a:off x="116357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53" name="chart:category"/>
          <p:cNvSpPr txBox="1"/>
          <p:nvPr/>
        </p:nvSpPr>
        <p:spPr>
          <a:xfrm>
            <a:off x="2295482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54" name="chart:category"/>
          <p:cNvSpPr txBox="1"/>
          <p:nvPr/>
        </p:nvSpPr>
        <p:spPr>
          <a:xfrm>
            <a:off x="3427391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55" name="chart:category"/>
          <p:cNvSpPr txBox="1"/>
          <p:nvPr/>
        </p:nvSpPr>
        <p:spPr>
          <a:xfrm>
            <a:off x="4559300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56" name="chart:category"/>
          <p:cNvSpPr txBox="1"/>
          <p:nvPr/>
        </p:nvSpPr>
        <p:spPr>
          <a:xfrm>
            <a:off x="5691208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57" name="chart:category"/>
          <p:cNvSpPr txBox="1"/>
          <p:nvPr/>
        </p:nvSpPr>
        <p:spPr>
          <a:xfrm>
            <a:off x="6823117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58" name="chart:category"/>
          <p:cNvSpPr txBox="1"/>
          <p:nvPr/>
        </p:nvSpPr>
        <p:spPr>
          <a:xfrm>
            <a:off x="7955026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59" name="chart:category"/>
          <p:cNvSpPr txBox="1"/>
          <p:nvPr/>
        </p:nvSpPr>
        <p:spPr>
          <a:xfrm>
            <a:off x="908693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60" name="chart:category"/>
          <p:cNvSpPr txBox="1"/>
          <p:nvPr/>
        </p:nvSpPr>
        <p:spPr>
          <a:xfrm>
            <a:off x="10218843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61" name="chart:legend"/>
          <p:cNvSpPr txBox="1"/>
          <p:nvPr/>
        </p:nvSpPr>
        <p:spPr>
          <a:xfrm>
            <a:off x="896112" y="5864352"/>
            <a:ext cx="49377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chart:legend"/>
          <p:cNvSpPr txBox="1"/>
          <p:nvPr/>
        </p:nvSpPr>
        <p:spPr>
          <a:xfrm>
            <a:off x="1755648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307592" y="4436059"/>
            <a:ext cx="4764595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6496240" y="4436059"/>
            <a:ext cx="47645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307592" y="3824630"/>
            <a:ext cx="808234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9813988" y="3824630"/>
            <a:ext cx="144684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1307592" y="3213201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1307592" y="2601772"/>
            <a:ext cx="1446847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3178492" y="2601772"/>
            <a:ext cx="80823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307592" y="1990344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669286" y="2907487"/>
            <a:ext cx="594360" cy="214000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669286" y="2296058"/>
            <a:ext cx="594360" cy="6114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669286" y="1990344"/>
            <a:ext cx="594360" cy="305714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5987034" y="3885773"/>
            <a:ext cx="594360" cy="1161714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5987034" y="2907487"/>
            <a:ext cx="594360" cy="97828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5987034" y="1990344"/>
            <a:ext cx="594360" cy="917143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9304782" y="4497202"/>
            <a:ext cx="594360" cy="550285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9304782" y="3213201"/>
            <a:ext cx="594360" cy="1284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data-bar"/>
          <p:cNvSpPr/>
          <p:nvPr/>
        </p:nvSpPr>
        <p:spPr>
          <a:xfrm>
            <a:off x="9304782" y="1990344"/>
            <a:ext cx="594360" cy="122285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legend-key"/>
          <p:cNvSpPr/>
          <p:nvPr/>
        </p:nvSpPr>
        <p:spPr>
          <a:xfrm>
            <a:off x="1517904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art:legend-key"/>
          <p:cNvSpPr/>
          <p:nvPr/>
        </p:nvSpPr>
        <p:spPr>
          <a:xfrm>
            <a:off x="2542031" y="5900928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art:axis-value"/>
          <p:cNvSpPr txBox="1"/>
          <p:nvPr/>
        </p:nvSpPr>
        <p:spPr>
          <a:xfrm>
            <a:off x="694944" y="4939284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0%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694944" y="4327855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694944" y="3716426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694944" y="3104997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60%</a:t>
            </a:r>
          </a:p>
        </p:txBody>
      </p:sp>
      <p:sp>
        <p:nvSpPr>
          <p:cNvPr id="31" name="chart:axis-value"/>
          <p:cNvSpPr txBox="1"/>
          <p:nvPr/>
        </p:nvSpPr>
        <p:spPr>
          <a:xfrm>
            <a:off x="694944" y="2493568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80%</a:t>
            </a:r>
          </a:p>
        </p:txBody>
      </p:sp>
      <p:sp>
        <p:nvSpPr>
          <p:cNvPr id="32" name="chart:axis-value"/>
          <p:cNvSpPr txBox="1"/>
          <p:nvPr/>
        </p:nvSpPr>
        <p:spPr>
          <a:xfrm>
            <a:off x="694944" y="1882140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100%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1389888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4707636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35" name="chart:category"/>
          <p:cNvSpPr txBox="1"/>
          <p:nvPr/>
        </p:nvSpPr>
        <p:spPr>
          <a:xfrm>
            <a:off x="8025384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896112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7" name="chart:legend"/>
          <p:cNvSpPr txBox="1"/>
          <p:nvPr/>
        </p:nvSpPr>
        <p:spPr>
          <a:xfrm>
            <a:off x="1719072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8" name="chart:legend"/>
          <p:cNvSpPr txBox="1"/>
          <p:nvPr/>
        </p:nvSpPr>
        <p:spPr>
          <a:xfrm>
            <a:off x="2743199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2791015" y="3869283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70%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2791015" y="2493568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2791015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10%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6108763" y="435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38%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6108763" y="328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32%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6108763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30%</a:t>
            </a:r>
          </a:p>
        </p:txBody>
      </p:sp>
      <p:sp>
        <p:nvSpPr>
          <p:cNvPr id="45" name="chart:data-value"/>
          <p:cNvSpPr txBox="1"/>
          <p:nvPr/>
        </p:nvSpPr>
        <p:spPr>
          <a:xfrm>
            <a:off x="9426511" y="4664141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18%</a:t>
            </a:r>
          </a:p>
        </p:txBody>
      </p:sp>
      <p:sp>
        <p:nvSpPr>
          <p:cNvPr id="46" name="chart:data-value"/>
          <p:cNvSpPr txBox="1"/>
          <p:nvPr/>
        </p:nvSpPr>
        <p:spPr>
          <a:xfrm>
            <a:off x="9426511" y="3746997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42%</a:t>
            </a:r>
          </a:p>
        </p:txBody>
      </p:sp>
      <p:sp>
        <p:nvSpPr>
          <p:cNvPr id="47" name="chart:data-value"/>
          <p:cNvSpPr txBox="1"/>
          <p:nvPr/>
        </p:nvSpPr>
        <p:spPr>
          <a:xfrm>
            <a:off x="9426511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2:textLayout xmlns:ns1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7:textLayout xmlns:ns1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62:textLayout xmlns:ns16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7:textLayout xmlns:ns1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92:textLayout xmlns:ns1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7:textLayout xmlns:ns14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2:textLayout xmlns:ns1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7:textLayout xmlns:ns18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2:textLayout xmlns:ns19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2:textLayout xmlns:ns20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7:textLayout xmlns:ns2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12:textLayout xmlns:ns2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17:textLayout xmlns:ns2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2:textLayout xmlns:ns2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7:textLayout xmlns:ns2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4:textLayout xmlns:ns7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4:textLayout xmlns:ns8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015919" y="1562709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0795">
            <a:solidFill>
              <a:srgbClr val="0D78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3290239" y="2806293"/>
            <a:ext cx="1019556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2354122" y="3371951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diagram:path-label"/>
          <p:cNvSpPr txBox="1"/>
          <p:nvPr/>
        </p:nvSpPr>
        <p:spPr>
          <a:xfrm>
            <a:off x="6906577" y="2786735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diagram:path-label"/>
          <p:cNvSpPr txBox="1"/>
          <p:nvPr/>
        </p:nvSpPr>
        <p:spPr>
          <a:xfrm>
            <a:off x="6906577" y="3371951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diagram:path-label"/>
          <p:cNvSpPr txBox="1"/>
          <p:nvPr/>
        </p:nvSpPr>
        <p:spPr>
          <a:xfrm>
            <a:off x="9314649" y="3371951"/>
            <a:ext cx="63665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8:textLayout xmlns:ns11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2766380" y="1365290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079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4067434" y="2407706"/>
            <a:ext cx="1616202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0795">
            <a:solidFill>
              <a:srgbClr val="6C737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gram:container-label"/>
          <p:cNvSpPr txBox="1"/>
          <p:nvPr/>
        </p:nvSpPr>
        <p:spPr>
          <a:xfrm>
            <a:off x="4469770" y="3596426"/>
            <a:ext cx="412623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0795">
            <a:solidFill>
              <a:srgbClr val="6C737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gram:container-label"/>
          <p:cNvSpPr txBox="1"/>
          <p:nvPr/>
        </p:nvSpPr>
        <p:spPr>
          <a:xfrm>
            <a:off x="8056001" y="3596426"/>
            <a:ext cx="412623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4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diagram:path-label"/>
          <p:cNvSpPr txBox="1"/>
          <p:nvPr/>
        </p:nvSpPr>
        <p:spPr>
          <a:xfrm>
            <a:off x="2674940" y="2516164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diagram:path-label"/>
          <p:cNvSpPr txBox="1"/>
          <p:nvPr/>
        </p:nvSpPr>
        <p:spPr>
          <a:xfrm>
            <a:off x="4929827" y="2735620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diagram:path-label"/>
          <p:cNvSpPr txBox="1"/>
          <p:nvPr/>
        </p:nvSpPr>
        <p:spPr>
          <a:xfrm>
            <a:off x="6815526" y="4985044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diagram:path-label"/>
          <p:cNvSpPr txBox="1"/>
          <p:nvPr/>
        </p:nvSpPr>
        <p:spPr>
          <a:xfrm>
            <a:off x="9531614" y="3379002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8:textLayout xmlns:ns13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769766" y="2675534"/>
            <a:ext cx="1081278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3:textLayout xmlns:ns2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diagram:path-label"/>
          <p:cNvSpPr txBox="1"/>
          <p:nvPr/>
        </p:nvSpPr>
        <p:spPr>
          <a:xfrm>
            <a:off x="2831858" y="3241192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diagram:path-label"/>
          <p:cNvSpPr txBox="1"/>
          <p:nvPr/>
        </p:nvSpPr>
        <p:spPr>
          <a:xfrm>
            <a:off x="7414945" y="2747416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diagram:path-label"/>
          <p:cNvSpPr txBox="1"/>
          <p:nvPr/>
        </p:nvSpPr>
        <p:spPr>
          <a:xfrm>
            <a:off x="8913495" y="3241192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diagram:path-label"/>
          <p:cNvSpPr txBox="1"/>
          <p:nvPr/>
        </p:nvSpPr>
        <p:spPr>
          <a:xfrm>
            <a:off x="6531940" y="3625240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11392738" y="4018432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3:textLayout xmlns:ns10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3:textLayout xmlns:ns11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015919" y="1612087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079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3290239" y="2855671"/>
            <a:ext cx="1863090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2354122" y="3421329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diagram:path-label"/>
          <p:cNvSpPr txBox="1"/>
          <p:nvPr/>
        </p:nvSpPr>
        <p:spPr>
          <a:xfrm>
            <a:off x="4792484" y="3421329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diagram:path-label"/>
          <p:cNvSpPr txBox="1"/>
          <p:nvPr/>
        </p:nvSpPr>
        <p:spPr>
          <a:xfrm>
            <a:off x="6973442" y="3421329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diagram:path-label"/>
          <p:cNvSpPr txBox="1"/>
          <p:nvPr/>
        </p:nvSpPr>
        <p:spPr>
          <a:xfrm>
            <a:off x="9222066" y="2895549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diagram:path-label"/>
          <p:cNvSpPr txBox="1"/>
          <p:nvPr/>
        </p:nvSpPr>
        <p:spPr>
          <a:xfrm>
            <a:off x="9221266" y="4258005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障害発生から、業務やサービスの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再開までに許容する目標時間です。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4:textLayout xmlns:ns2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名称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586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9:textLayout xmlns:ns2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270383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274955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02844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36703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37160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399491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463677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44768" y="468249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496138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20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6:textLayout xmlns:ns66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22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body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6:textLayout xmlns:ns7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31065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177369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network-lane:sub:business"/>
          <p:cNvSpPr txBox="1"/>
          <p:nvPr/>
        </p:nvSpPr>
        <p:spPr>
          <a:xfrm>
            <a:off x="649224" y="2479121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20953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567257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network-lane:sub:guest"/>
          <p:cNvSpPr txBox="1"/>
          <p:nvPr/>
        </p:nvSpPr>
        <p:spPr>
          <a:xfrm>
            <a:off x="649224" y="3869009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network-link:physical:2"/>
          <p:cNvCxnSpPr/>
          <p:nvPr/>
        </p:nvCxnSpPr>
        <p:spPr>
          <a:xfrm>
            <a:off x="5797181" y="3375233"/>
            <a:ext cx="178605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2680289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477141" y="4070177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network-link:trunk-label"/>
          <p:cNvSpPr txBox="1"/>
          <p:nvPr/>
        </p:nvSpPr>
        <p:spPr>
          <a:xfrm>
            <a:off x="5961545" y="2991185"/>
            <a:ext cx="1457325" cy="310896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903273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903273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740113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24257"/>
            <a:ext cx="512064" cy="512064"/>
          </a:xfrm>
          <a:prstGeom prst="rect">
            <a:avLst/>
          </a:prstGeom>
        </p:spPr>
      </p:pic>
      <p:sp>
        <p:nvSpPr>
          <p:cNvPr id="33" name="network-node:label"/>
          <p:cNvSpPr txBox="1"/>
          <p:nvPr/>
        </p:nvSpPr>
        <p:spPr>
          <a:xfrm>
            <a:off x="2695536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4" name="Oval 33"/>
          <p:cNvSpPr/>
          <p:nvPr/>
        </p:nvSpPr>
        <p:spPr>
          <a:xfrm>
            <a:off x="2740113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14145"/>
            <a:ext cx="512064" cy="512064"/>
          </a:xfrm>
          <a:prstGeom prst="rect">
            <a:avLst/>
          </a:prstGeom>
        </p:spPr>
      </p:pic>
      <p:sp>
        <p:nvSpPr>
          <p:cNvPr id="36" name="network-node:label"/>
          <p:cNvSpPr txBox="1"/>
          <p:nvPr/>
        </p:nvSpPr>
        <p:spPr>
          <a:xfrm>
            <a:off x="2582379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8:textLayout xmlns:ns6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7" name="Oval 36"/>
          <p:cNvSpPr/>
          <p:nvPr/>
        </p:nvSpPr>
        <p:spPr>
          <a:xfrm>
            <a:off x="5166245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19201"/>
            <a:ext cx="512064" cy="512064"/>
          </a:xfrm>
          <a:prstGeom prst="rect">
            <a:avLst/>
          </a:prstGeom>
        </p:spPr>
      </p:pic>
      <p:sp>
        <p:nvSpPr>
          <p:cNvPr id="39" name="network-node:label"/>
          <p:cNvSpPr txBox="1"/>
          <p:nvPr/>
        </p:nvSpPr>
        <p:spPr>
          <a:xfrm>
            <a:off x="5101094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40" name="Oval 39"/>
          <p:cNvSpPr/>
          <p:nvPr/>
        </p:nvSpPr>
        <p:spPr>
          <a:xfrm>
            <a:off x="7592377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19201"/>
            <a:ext cx="512064" cy="512064"/>
          </a:xfrm>
          <a:prstGeom prst="rect">
            <a:avLst/>
          </a:prstGeom>
        </p:spPr>
      </p:pic>
      <p:sp>
        <p:nvSpPr>
          <p:cNvPr id="42" name="network-node:label"/>
          <p:cNvSpPr txBox="1"/>
          <p:nvPr/>
        </p:nvSpPr>
        <p:spPr>
          <a:xfrm>
            <a:off x="7527226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3" name="Oval 42"/>
          <p:cNvSpPr/>
          <p:nvPr/>
        </p:nvSpPr>
        <p:spPr>
          <a:xfrm>
            <a:off x="10018509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24257"/>
            <a:ext cx="512064" cy="512064"/>
          </a:xfrm>
          <a:prstGeom prst="rect">
            <a:avLst/>
          </a:prstGeom>
        </p:spPr>
      </p:pic>
      <p:sp>
        <p:nvSpPr>
          <p:cNvPr id="45" name="network-node:label"/>
          <p:cNvSpPr txBox="1"/>
          <p:nvPr/>
        </p:nvSpPr>
        <p:spPr>
          <a:xfrm>
            <a:off x="9973932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6" name="Oval 45"/>
          <p:cNvSpPr/>
          <p:nvPr/>
        </p:nvSpPr>
        <p:spPr>
          <a:xfrm>
            <a:off x="10018509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14145"/>
            <a:ext cx="512064" cy="512064"/>
          </a:xfrm>
          <a:prstGeom prst="rect">
            <a:avLst/>
          </a:prstGeom>
        </p:spPr>
      </p:pic>
      <p:sp>
        <p:nvSpPr>
          <p:cNvPr id="48" name="network-node:label"/>
          <p:cNvSpPr txBox="1"/>
          <p:nvPr/>
        </p:nvSpPr>
        <p:spPr>
          <a:xfrm>
            <a:off x="9860775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76072" y="6126479"/>
            <a:ext cx="25603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network-legend:physical"/>
          <p:cNvSpPr txBox="1"/>
          <p:nvPr/>
        </p:nvSpPr>
        <p:spPr>
          <a:xfrm>
            <a:off x="905256" y="6044183"/>
            <a:ext cx="814959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物理リンク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939671" y="6126479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network-legend:access"/>
          <p:cNvSpPr txBox="1"/>
          <p:nvPr/>
        </p:nvSpPr>
        <p:spPr>
          <a:xfrm>
            <a:off x="2268855" y="6044183"/>
            <a:ext cx="1792224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Access（単一セグメント）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280535" y="6089903"/>
            <a:ext cx="2560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280535" y="6163055"/>
            <a:ext cx="2560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network-legend:trunk"/>
          <p:cNvSpPr txBox="1"/>
          <p:nvPr/>
        </p:nvSpPr>
        <p:spPr>
          <a:xfrm>
            <a:off x="4609719" y="6044183"/>
            <a:ext cx="172021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Trunk（複数セグメント）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4:textLayout xmlns:ns11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sp>
        <p:nvSpPr>
          <p:cNvPr id="6" name="protocol-state-flow:legend:protocol-state-flow:marker:plain"/>
          <p:cNvSpPr/>
          <p:nvPr/>
        </p:nvSpPr>
        <p:spPr>
          <a:xfrm>
            <a:off x="502920" y="1855724"/>
            <a:ext cx="38404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rotocol-state-flow:legend:plain"/>
          <p:cNvSpPr txBox="1"/>
          <p:nvPr/>
        </p:nvSpPr>
        <p:spPr>
          <a:xfrm>
            <a:off x="996696" y="1855724"/>
            <a:ext cx="530352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通常の値</a:t>
            </a:r>
          </a:p>
        </p:txBody>
      </p:sp>
      <p:sp>
        <p:nvSpPr>
          <p:cNvPr id="8" name="protocol-state-flow:legend:protocol-state-flow:marker:internal"/>
          <p:cNvSpPr/>
          <p:nvPr/>
        </p:nvSpPr>
        <p:spPr>
          <a:xfrm>
            <a:off x="1764792" y="1928876"/>
            <a:ext cx="38404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tocol-state-flow:legend:internal"/>
          <p:cNvSpPr txBox="1"/>
          <p:nvPr/>
        </p:nvSpPr>
        <p:spPr>
          <a:xfrm>
            <a:off x="2258568" y="1855724"/>
            <a:ext cx="77724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装置内部処理</a:t>
            </a:r>
          </a:p>
        </p:txBody>
      </p:sp>
      <p:sp>
        <p:nvSpPr>
          <p:cNvPr id="10" name="protocol-state-flow:legend:change"/>
          <p:cNvSpPr txBox="1"/>
          <p:nvPr/>
        </p:nvSpPr>
        <p:spPr>
          <a:xfrm>
            <a:off x="3273552" y="1855724"/>
            <a:ext cx="8415223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下線：直前から値・付加情報が変化</a:t>
            </a:r>
          </a:p>
        </p:txBody>
      </p:sp>
      <p:pic>
        <p:nvPicPr>
          <p:cNvPr id="11" name="Picture 1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223977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56232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13" name="Picture 12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2239772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666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5" name="Picture 14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223977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770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7" name="layout-background:protocol-state-flow:stage:internet"/>
          <p:cNvSpPr/>
          <p:nvPr/>
        </p:nvSpPr>
        <p:spPr>
          <a:xfrm>
            <a:off x="7805135" y="2898140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2239772"/>
            <a:ext cx="310896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8874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20" name="Picture 19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2239772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978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22" name="layout-background:protocol-state-flow:track:0"/>
          <p:cNvSpPr/>
          <p:nvPr/>
        </p:nvSpPr>
        <p:spPr>
          <a:xfrm>
            <a:off x="502920" y="2971292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154172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367786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271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2375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2479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2583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protocol-state-flow:marker:plain"/>
          <p:cNvSpPr/>
          <p:nvPr/>
        </p:nvSpPr>
        <p:spPr>
          <a:xfrm>
            <a:off x="22579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protocol-state-flow:value:unchanged:0:client"/>
          <p:cNvSpPr txBox="1"/>
          <p:nvPr/>
        </p:nvSpPr>
        <p:spPr>
          <a:xfrm>
            <a:off x="1883664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83664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32" name="protocol-state-flow:marker:plain"/>
          <p:cNvSpPr/>
          <p:nvPr/>
        </p:nvSpPr>
        <p:spPr>
          <a:xfrm>
            <a:off x="42683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rotocol-state-flow:value:unchanged:0:inside"/>
          <p:cNvSpPr txBox="1"/>
          <p:nvPr/>
        </p:nvSpPr>
        <p:spPr>
          <a:xfrm>
            <a:off x="38940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940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5" name="protocol-state-flow:marker:internal"/>
          <p:cNvSpPr/>
          <p:nvPr/>
        </p:nvSpPr>
        <p:spPr>
          <a:xfrm>
            <a:off x="6278727" y="3209036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protocol-state-flow:value:changed:0:nat"/>
          <p:cNvSpPr txBox="1"/>
          <p:nvPr/>
        </p:nvSpPr>
        <p:spPr>
          <a:xfrm>
            <a:off x="59044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 u="sng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044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6:textLayout xmlns:ns9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8" name="protocol-state-flow:marker:plain"/>
          <p:cNvSpPr/>
          <p:nvPr/>
        </p:nvSpPr>
        <p:spPr>
          <a:xfrm>
            <a:off x="82891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rotocol-state-flow:value:unchanged:0:internet"/>
          <p:cNvSpPr txBox="1"/>
          <p:nvPr/>
        </p:nvSpPr>
        <p:spPr>
          <a:xfrm>
            <a:off x="79148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1:textLayout xmlns:ns10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148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6:textLayout xmlns:ns10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41" name="protocol-state-flow:marker:plain"/>
          <p:cNvSpPr/>
          <p:nvPr/>
        </p:nvSpPr>
        <p:spPr>
          <a:xfrm>
            <a:off x="102995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protocol-state-flow:value:unchanged:0:server"/>
          <p:cNvSpPr txBox="1"/>
          <p:nvPr/>
        </p:nvSpPr>
        <p:spPr>
          <a:xfrm>
            <a:off x="99252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1:textLayout xmlns:ns11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52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6:textLayout xmlns:ns11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44" name="layout-background:protocol-state-flow:track:1"/>
          <p:cNvSpPr/>
          <p:nvPr/>
        </p:nvSpPr>
        <p:spPr>
          <a:xfrm>
            <a:off x="502920" y="4013708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1965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1:textLayout xmlns:ns121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410202"/>
            <a:ext cx="1115568" cy="408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6:textLayout xmlns:ns126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2271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2375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2479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2583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protocol-state-flow:marker:plain"/>
          <p:cNvSpPr/>
          <p:nvPr/>
        </p:nvSpPr>
        <p:spPr>
          <a:xfrm>
            <a:off x="22579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protocol-state-flow:value:unchanged:1:client"/>
          <p:cNvSpPr txBox="1"/>
          <p:nvPr/>
        </p:nvSpPr>
        <p:spPr>
          <a:xfrm>
            <a:off x="1883664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5:textLayout xmlns:ns13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83664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0:textLayout xmlns:ns14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54" name="protocol-state-flow:marker:plain"/>
          <p:cNvSpPr/>
          <p:nvPr/>
        </p:nvSpPr>
        <p:spPr>
          <a:xfrm>
            <a:off x="42683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protocol-state-flow:value:unchanged:1:inside"/>
          <p:cNvSpPr txBox="1"/>
          <p:nvPr/>
        </p:nvSpPr>
        <p:spPr>
          <a:xfrm>
            <a:off x="38940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5:textLayout xmlns:ns14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940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0:textLayout xmlns:ns15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7" name="protocol-state-flow:marker:internal"/>
          <p:cNvSpPr/>
          <p:nvPr/>
        </p:nvSpPr>
        <p:spPr>
          <a:xfrm>
            <a:off x="6278727" y="4251452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protocol-state-flow:value:unchanged:1:nat"/>
          <p:cNvSpPr txBox="1"/>
          <p:nvPr/>
        </p:nvSpPr>
        <p:spPr>
          <a:xfrm>
            <a:off x="59044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5:textLayout xmlns:ns15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044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0:textLayout xmlns:ns16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60" name="protocol-state-flow:marker:plain"/>
          <p:cNvSpPr/>
          <p:nvPr/>
        </p:nvSpPr>
        <p:spPr>
          <a:xfrm>
            <a:off x="82891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protocol-state-flow:value:unchanged:1:internet"/>
          <p:cNvSpPr txBox="1"/>
          <p:nvPr/>
        </p:nvSpPr>
        <p:spPr>
          <a:xfrm>
            <a:off x="79148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5:textLayout xmlns:ns1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148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0:textLayout xmlns:ns17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63" name="protocol-state-flow:marker:plain"/>
          <p:cNvSpPr/>
          <p:nvPr/>
        </p:nvSpPr>
        <p:spPr>
          <a:xfrm>
            <a:off x="102995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protocol-state-flow:value:unchanged:1:server"/>
          <p:cNvSpPr txBox="1"/>
          <p:nvPr/>
        </p:nvSpPr>
        <p:spPr>
          <a:xfrm>
            <a:off x="99252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5:textLayout xmlns:ns17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252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0:textLayout xmlns:ns18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85:textLayout xmlns:ns18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0:textLayout xmlns:ns19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protocol-anatomy:scale-note"/>
          <p:cNvSpPr txBox="1"/>
          <p:nvPr/>
        </p:nvSpPr>
        <p:spPr>
          <a:xfrm>
            <a:off x="502920" y="1855724"/>
            <a:ext cx="11185855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幅はbit数に比例しない概念図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40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85465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1185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2041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5011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0731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1587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6276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1996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852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9" name="protocol-anatomy:annotation:0:seq"/>
          <p:cNvCxnSpPr/>
          <p:nvPr/>
        </p:nvCxnSpPr>
        <p:spPr>
          <a:xfrm flipH="1">
            <a:off x="685800" y="2971292"/>
            <a:ext cx="3392081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3081020"/>
            <a:ext cx="608075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5860" y="3081020"/>
            <a:ext cx="2931566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2" name="protocol-anatomy:annotation:0:ack"/>
          <p:cNvCxnSpPr/>
          <p:nvPr/>
        </p:nvCxnSpPr>
        <p:spPr>
          <a:xfrm flipH="1">
            <a:off x="4481474" y="2971292"/>
            <a:ext cx="702145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298594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7506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5" name="protocol-anatomy:annotation:0:flags"/>
          <p:cNvCxnSpPr/>
          <p:nvPr/>
        </p:nvCxnSpPr>
        <p:spPr>
          <a:xfrm>
            <a:off x="6031382" y="2971292"/>
            <a:ext cx="2245766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94268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33180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2:textLayout xmlns:ns12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0:textLayout xmlns:ns40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6:textLayout xmlns:ns9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1:textLayout xmlns:ns10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6つの判断材料を同じ粒度で比較する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各項目を同格に並べ、採用条件と実行上の論点を確認する。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対象業務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頻度が高く構成の共通性が高い資料から導入する。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既存フローを活用し、部門ごとに順次導入できる。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初期教育と運用窓口の準備を展開計画へ含める。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主要リスク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例外資料と固有要件は標準化の対象から切り分ける。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判断基準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品質、作成時間、運用負荷を測定して展開可否を決める。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80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09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5167" y="2912546"/>
            <a:ext cx="9948672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sequence-phase-label:0"/>
          <p:cNvSpPr txBox="1"/>
          <p:nvPr/>
        </p:nvSpPr>
        <p:spPr>
          <a:xfrm>
            <a:off x="764895" y="2949122"/>
            <a:ext cx="1097280" cy="512064"/>
          </a:xfrm>
          <a:prstGeom prst="rect">
            <a:avLst/>
          </a:prstGeom>
          <a:solidFill>
            <a:srgbClr val="DFEBE8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655167" y="5107106"/>
            <a:ext cx="9948672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sequence-phase-label:1"/>
          <p:cNvSpPr txBox="1"/>
          <p:nvPr/>
        </p:nvSpPr>
        <p:spPr>
          <a:xfrm>
            <a:off x="764895" y="5143682"/>
            <a:ext cx="1097280" cy="512064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equence-lifeline:ops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equence-lifeline:monitor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equence-lifeline:branch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equence-lifeline:center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equence-lifeline:carrier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equence-message-line:detect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sequence-message-line:request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sequence-message-line:reply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5875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5:textLayout xmlns:ns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sequence-message-line:logs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sequence-message-line:isolate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sequence-message-line:carrier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sequence-message-line:recover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5875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sequence-message-line:report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6:textLayout xmlns:ns10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参考資料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確認に使用した情報源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参照先をタイトルと実URLで示し、原典へ移動できるようにする。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9576" y="19288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ferences:index[0]"/>
          <p:cNvSpPr/>
          <p:nvPr/>
        </p:nvSpPr>
        <p:spPr>
          <a:xfrm>
            <a:off x="521208" y="22031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22031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203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製品ドキュメント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80015" y="20203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3167" y="20203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概要・仕様</a:t>
            </a:r>
          </a:p>
        </p:txBody>
      </p:sp>
      <p:sp>
        <p:nvSpPr>
          <p:cNvPr id="12" name="references:url[0]"/>
          <p:cNvSpPr txBox="1"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https://example.com/docs/product-overview</a:t>
            </a:r>
          </a:p>
        </p:txBody>
      </p:sp>
      <p:sp>
        <p:nvSpPr>
          <p:cNvPr id="13" name="references:link[0]">
            <a:hlinkClick r:id="rId2"/>
          </p:cNvPr>
          <p:cNvSpPr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9576" y="28432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ferences:index[1]"/>
          <p:cNvSpPr/>
          <p:nvPr/>
        </p:nvSpPr>
        <p:spPr>
          <a:xfrm>
            <a:off x="521208" y="31175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31175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29347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運用ガイド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0015" y="29347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3167" y="29347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監視・障害対応</a:t>
            </a:r>
          </a:p>
        </p:txBody>
      </p:sp>
      <p:sp>
        <p:nvSpPr>
          <p:cNvPr id="20" name="references:url[1]"/>
          <p:cNvSpPr txBox="1"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https://example.com/docs/operations-guide</a:t>
            </a:r>
          </a:p>
        </p:txBody>
      </p:sp>
      <p:sp>
        <p:nvSpPr>
          <p:cNvPr id="21" name="references:link[1]">
            <a:hlinkClick r:id="rId3"/>
          </p:cNvPr>
          <p:cNvSpPr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79576" y="37576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ferences:index[2]"/>
          <p:cNvSpPr/>
          <p:nvPr/>
        </p:nvSpPr>
        <p:spPr>
          <a:xfrm>
            <a:off x="521208" y="40319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0319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9576" y="3849116"/>
            <a:ext cx="1050919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料金ページ</a:t>
            </a:r>
          </a:p>
        </p:txBody>
      </p:sp>
      <p:sp>
        <p:nvSpPr>
          <p:cNvPr id="26" name="references:url[2]"/>
          <p:cNvSpPr txBox="1"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https://example.com/pricing</a:t>
            </a:r>
          </a:p>
        </p:txBody>
      </p:sp>
      <p:sp>
        <p:nvSpPr>
          <p:cNvPr id="27" name="references:link[2]">
            <a:hlinkClick r:id="rId4"/>
          </p:cNvPr>
          <p:cNvSpPr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