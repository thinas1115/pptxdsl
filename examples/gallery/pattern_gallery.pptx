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6007" y="1645920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68312" y="1645920"/>
            <a:ext cx="4474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" y="2951226"/>
            <a:ext cx="3749040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420874"/>
            <a:ext cx="314553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9224" y="3600450"/>
            <a:ext cx="3749040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70098"/>
            <a:ext cx="314553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</a:t>
            </a:r>
          </a:p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分散している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" y="4249674"/>
            <a:ext cx="3749040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3719322"/>
            <a:ext cx="314553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" y="4898898"/>
            <a:ext cx="3749040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368546"/>
            <a:ext cx="314553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" y="5548122"/>
            <a:ext cx="3749040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5017770"/>
            <a:ext cx="314553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68312" y="2951226"/>
            <a:ext cx="4474159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3" y="2420874"/>
            <a:ext cx="387065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68312" y="3600450"/>
            <a:ext cx="4474159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3" y="3070098"/>
            <a:ext cx="387065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68312" y="4249674"/>
            <a:ext cx="4474159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2903" y="3719322"/>
            <a:ext cx="387065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068312" y="4898898"/>
            <a:ext cx="4474159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32903" y="4368546"/>
            <a:ext cx="387065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68312" y="5548122"/>
            <a:ext cx="4474159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3" y="5017770"/>
            <a:ext cx="387065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6007" y="2420874"/>
            <a:ext cx="2139696" cy="312724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03673" y="1901952"/>
            <a:ext cx="2926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31612" y="1901952"/>
            <a:ext cx="2926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63947" y="2420874"/>
            <a:ext cx="0" cy="3127248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559551" y="1901952"/>
            <a:ext cx="2926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91886" y="2420874"/>
            <a:ext cx="0" cy="3127248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87491" y="1901952"/>
            <a:ext cx="2926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19825" y="2420874"/>
            <a:ext cx="0" cy="3127248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415430" y="1901952"/>
            <a:ext cx="2926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347764" y="2420874"/>
            <a:ext cx="0" cy="3127248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636007" y="3010662"/>
            <a:ext cx="21396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636007" y="3659885"/>
            <a:ext cx="21396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36007" y="4309109"/>
            <a:ext cx="21396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36007" y="4958333"/>
            <a:ext cx="21396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781397" y="2617470"/>
            <a:ext cx="137160" cy="13716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227624" y="3284982"/>
            <a:ext cx="100584" cy="100584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11442" y="3284982"/>
            <a:ext cx="100584" cy="100584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655564" y="3934206"/>
            <a:ext cx="100584" cy="100584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83503" y="4583430"/>
            <a:ext cx="100584" cy="100584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11442" y="5232654"/>
            <a:ext cx="100584" cy="100584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2100376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00376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288676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2886760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88676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67314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3673144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7314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445952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02920" y="4459528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4595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24591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063707" y="2493568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78959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7895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644019" y="327995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11781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81647" y="3279952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66979" y="4066336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15053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83867" y="4322368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70251" y="4852720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84335" y="3627424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652681" y="3627424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652681" y="3535984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8491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285503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85503" y="2493568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450563" y="2493568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490939" y="2237536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82379" y="2237536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95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9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7171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08611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94211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85651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82815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74255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97483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88923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97483" y="4596688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923" y="459668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04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118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86087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7527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23715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15155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8" y="26289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" y="25191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808" y="46863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" y="45765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77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4862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8892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2489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5174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9204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801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5486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3113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798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828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3425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110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0140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67512" y="23134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788920" y="24231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54095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7249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88920" y="2834640"/>
            <a:ext cx="420623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05655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31363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88920" y="3246120"/>
            <a:ext cx="4206239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05655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54787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92040" y="3657600"/>
            <a:ext cx="210311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157216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395935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59" y="4069080"/>
            <a:ext cx="2103121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0335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3708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98280" y="44805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363456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47823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098280" y="4892040"/>
            <a:ext cx="210312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63456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" y="51937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2788920" y="530352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054095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