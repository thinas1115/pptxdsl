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意思決定から技術研修まで、27のTypeを37枚で検証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441448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276856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654296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489704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67144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702552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79992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915400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300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292840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1128248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41448" y="5486400"/>
            <a:ext cx="8851392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68680" y="210883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41448" y="2026539"/>
            <a:ext cx="995781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92093" y="200825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1448" y="2264283"/>
            <a:ext cx="287670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3982" y="224599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03466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41448" y="2952369"/>
            <a:ext cx="2655417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51729" y="293408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41448" y="3190113"/>
            <a:ext cx="929396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5708" y="317182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96049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41448" y="3878199"/>
            <a:ext cx="5310835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07147" y="385991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41448" y="4115943"/>
            <a:ext cx="1880920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77232" y="409765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4886324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41448" y="4804028"/>
            <a:ext cx="1991563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7875" y="478574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41448" y="5041772"/>
            <a:ext cx="619597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15909" y="5023484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6695" y="5056631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17319" y="4299966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96695" y="4217670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17319" y="3461003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96695" y="3378707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17319" y="2622041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96695" y="2539746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17319" y="1783079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96695" y="1700783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19" y="1783080"/>
            <a:ext cx="0" cy="3355847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06423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7435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8446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9457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0468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1479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2490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3501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4512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1417319" y="4383862"/>
            <a:ext cx="1231012" cy="251688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2648331" y="4090225"/>
            <a:ext cx="1231010" cy="293637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879341" y="3838536"/>
            <a:ext cx="1231012" cy="251689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110353" y="3293211"/>
            <a:ext cx="1231011" cy="545325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6341364" y="2957626"/>
            <a:ext cx="1231011" cy="335585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7572375" y="2580093"/>
            <a:ext cx="1231011" cy="377533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803386" y="2328405"/>
            <a:ext cx="1231011" cy="251688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0034397" y="2034768"/>
            <a:ext cx="1231011" cy="293637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371599" y="458983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602611" y="4338142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833622" y="404450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064633" y="379281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295644" y="3247491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526654" y="291190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757666" y="2534373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988677" y="228268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19688" y="198904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417319" y="4090225"/>
            <a:ext cx="1231012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648331" y="3880484"/>
            <a:ext cx="1231010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79341" y="3670744"/>
            <a:ext cx="1231012" cy="209740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5110353" y="3461003"/>
            <a:ext cx="1231011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341364" y="3041522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7572375" y="2622041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803386" y="2202560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0034397" y="1783079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1371599" y="4254246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602611" y="404450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833622" y="383476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064633" y="36250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295644" y="341528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526654" y="299580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757666" y="257632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988677" y="215684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219688" y="1737359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6695" y="5056631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17319" y="4299966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96695" y="4217670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17319" y="3461003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96695" y="3378707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17319" y="2622041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96695" y="2539746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17319" y="1783079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96695" y="1700783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19" y="1783080"/>
            <a:ext cx="0" cy="3355847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444751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3491" y="3964381"/>
            <a:ext cx="530352" cy="117454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93491" y="3628796"/>
            <a:ext cx="530352" cy="335584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93491" y="3461003"/>
            <a:ext cx="530352" cy="167792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27448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76188" y="4501316"/>
            <a:ext cx="530352" cy="637611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76188" y="3964381"/>
            <a:ext cx="530352" cy="536935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76188" y="3461003"/>
            <a:ext cx="530352" cy="50337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10144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58884" y="4836901"/>
            <a:ext cx="530352" cy="30202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358884" y="4132173"/>
            <a:ext cx="530352" cy="704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58884" y="3461003"/>
            <a:ext cx="530352" cy="671169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84648" y="5788152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924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25986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71706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50598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314613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60333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639225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6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8546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118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04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5012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0732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1588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627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199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285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685800" y="2971292"/>
            <a:ext cx="3392081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2920" y="3209035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3209035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481474" y="2971292"/>
            <a:ext cx="702145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8594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37506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31382" y="2971292"/>
            <a:ext cx="2245766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94268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3180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6つの判断材料を同じ粒度で比較する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各項目を同格に並べ、採用条件と実行上の論点を確認する。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対象業務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頻度が高く構成の共通性が高い資料から導入する。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既存フローを活用し、部門ごとに順次導入できる。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初期教育と運用窓口の準備を展開計画へ含める。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主要リスク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例外資料と固有要件は標準化の対象から切り分ける。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判断基準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品質、作成時間、運用負荷を測定して展開可否を決める。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7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10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7855" y="2912546"/>
            <a:ext cx="9015984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5871" y="2930834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7855" y="5107106"/>
            <a:ext cx="9015984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5871" y="5125394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9576" y="19288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ferences:index[0]"/>
          <p:cNvSpPr/>
          <p:nvPr/>
        </p:nvSpPr>
        <p:spPr>
          <a:xfrm>
            <a:off x="521208" y="22031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22031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203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80015" y="20203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3167" y="20203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2" name="references:url[0]"/>
          <p:cNvSpPr txBox="1"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https://example.com/docs/product-overview</a:t>
            </a:r>
          </a:p>
        </p:txBody>
      </p:sp>
      <p:sp>
        <p:nvSpPr>
          <p:cNvPr id="13" name="references:link[0]">
            <a:hlinkClick r:id="rId2"/>
          </p:cNvPr>
          <p:cNvSpPr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9576" y="28432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ferences:index[1]"/>
          <p:cNvSpPr/>
          <p:nvPr/>
        </p:nvSpPr>
        <p:spPr>
          <a:xfrm>
            <a:off x="521208" y="31175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1175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29347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015" y="29347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3167" y="29347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20" name="references:url[1]"/>
          <p:cNvSpPr txBox="1"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https://example.com/docs/operations-guide</a:t>
            </a:r>
          </a:p>
        </p:txBody>
      </p:sp>
      <p:sp>
        <p:nvSpPr>
          <p:cNvPr id="21" name="references:link[1]">
            <a:hlinkClick r:id="rId3"/>
          </p:cNvPr>
          <p:cNvSpPr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37576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ferences:index[2]"/>
          <p:cNvSpPr/>
          <p:nvPr/>
        </p:nvSpPr>
        <p:spPr>
          <a:xfrm>
            <a:off x="521208" y="40319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0319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9576" y="3849116"/>
            <a:ext cx="1050919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6" name="references:url[2]"/>
          <p:cNvSpPr txBox="1"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https://example.com/pricing</a:t>
            </a:r>
          </a:p>
        </p:txBody>
      </p:sp>
      <p:sp>
        <p:nvSpPr>
          <p:cNvPr id="27" name="references:link[2]">
            <a:hlinkClick r:id="rId4"/>
          </p:cNvPr>
          <p:cNvSpPr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