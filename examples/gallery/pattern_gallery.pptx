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process:name:0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process:desc:0"/>
          <p:cNvSpPr txBox="1"/>
          <p:nvPr/>
        </p:nvSpPr>
        <p:spPr>
          <a:xfrm>
            <a:off x="868680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メッセージを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整理する。</a:t>
            </a:r>
          </a:p>
        </p:txBody>
      </p:sp>
      <p:sp>
        <p:nvSpPr>
          <p:cNvPr id="10" name="process:attribute-label:0"/>
          <p:cNvSpPr txBox="1"/>
          <p:nvPr/>
        </p:nvSpPr>
        <p:spPr>
          <a:xfrm>
            <a:off x="850392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1:textLayout xmlns:ns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process:attribute-value:0"/>
          <p:cNvSpPr txBox="1"/>
          <p:nvPr/>
        </p:nvSpPr>
        <p:spPr>
          <a:xfrm>
            <a:off x="850392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process:name:1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6:textLayout xmlns:ns4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process:desc:1"/>
          <p:cNvSpPr txBox="1"/>
          <p:nvPr/>
        </p:nvSpPr>
        <p:spPr>
          <a:xfrm>
            <a:off x="3012033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1:textLayout xmlns:ns51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スライド種別と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文言を作る。</a:t>
            </a:r>
          </a:p>
        </p:txBody>
      </p:sp>
      <p:sp>
        <p:nvSpPr>
          <p:cNvPr id="16" name="process:attribute-label:1"/>
          <p:cNvSpPr txBox="1"/>
          <p:nvPr/>
        </p:nvSpPr>
        <p:spPr>
          <a:xfrm>
            <a:off x="2993745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process:attribute-value:1"/>
          <p:cNvSpPr txBox="1"/>
          <p:nvPr/>
        </p:nvSpPr>
        <p:spPr>
          <a:xfrm>
            <a:off x="2993745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process:name:2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process:desc:2"/>
          <p:cNvSpPr txBox="1"/>
          <p:nvPr/>
        </p:nvSpPr>
        <p:spPr>
          <a:xfrm>
            <a:off x="5155387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0:textLayout xmlns:ns80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決定論的に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出力する。</a:t>
            </a:r>
          </a:p>
        </p:txBody>
      </p:sp>
      <p:sp>
        <p:nvSpPr>
          <p:cNvPr id="22" name="process:attribute-label:2"/>
          <p:cNvSpPr txBox="1"/>
          <p:nvPr/>
        </p:nvSpPr>
        <p:spPr>
          <a:xfrm>
            <a:off x="5137099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process:attribute-value:2"/>
          <p:cNvSpPr txBox="1"/>
          <p:nvPr/>
        </p:nvSpPr>
        <p:spPr>
          <a:xfrm>
            <a:off x="5137099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4:textLayout xmlns:ns9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process:name:3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process:desc:3"/>
          <p:cNvSpPr txBox="1"/>
          <p:nvPr/>
        </p:nvSpPr>
        <p:spPr>
          <a:xfrm>
            <a:off x="7298740" y="3255264"/>
            <a:ext cx="1832457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崩れを確認する。</a:t>
            </a:r>
          </a:p>
        </p:txBody>
      </p:sp>
      <p:sp>
        <p:nvSpPr>
          <p:cNvPr id="28" name="process:attribute-label:3"/>
          <p:cNvSpPr txBox="1"/>
          <p:nvPr/>
        </p:nvSpPr>
        <p:spPr>
          <a:xfrm>
            <a:off x="7280452" y="387705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6:textLayout xmlns:ns11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process:attribute-value:3"/>
          <p:cNvSpPr txBox="1"/>
          <p:nvPr/>
        </p:nvSpPr>
        <p:spPr>
          <a:xfrm>
            <a:off x="7280452" y="4123944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1:textLayout xmlns:ns12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process:name:4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1:textLayout xmlns:ns1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process:desc:4"/>
          <p:cNvSpPr txBox="1"/>
          <p:nvPr/>
        </p:nvSpPr>
        <p:spPr>
          <a:xfrm>
            <a:off x="9442094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6:textLayout xmlns:ns136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再生成し、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提出する。</a:t>
            </a:r>
          </a:p>
        </p:txBody>
      </p:sp>
      <p:sp>
        <p:nvSpPr>
          <p:cNvPr id="34" name="process:attribute-label:4"/>
          <p:cNvSpPr txBox="1"/>
          <p:nvPr/>
        </p:nvSpPr>
        <p:spPr>
          <a:xfrm>
            <a:off x="9423806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5:textLayout xmlns:ns1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process:attribute-value:4"/>
          <p:cNvSpPr txBox="1"/>
          <p:nvPr/>
        </p:nvSpPr>
        <p:spPr>
          <a:xfrm>
            <a:off x="9423806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0:textLayout xmlns:ns1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55:textLayout xmlns:ns15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60:textLayout xmlns:ns16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6148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87568" y="2517343"/>
            <a:ext cx="822959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1364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13647" y="2517343"/>
            <a:ext cx="41148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25128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25128" y="3834079"/>
            <a:ext cx="411480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88168" y="4327855"/>
            <a:ext cx="0" cy="384048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36008" y="4711903"/>
            <a:ext cx="5852160" cy="0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36008" y="3011119"/>
            <a:ext cx="0" cy="1700784"/>
          </a:xfrm>
          <a:prstGeom prst="line">
            <a:avLst/>
          </a:prstGeom>
          <a:ln w="15875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8444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246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60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60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7" y="2023567"/>
            <a:ext cx="2103120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3660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6462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7376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7376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36608" y="3340303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4624" y="3459175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73768" y="3797503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73768" y="4080967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process:condition:2"/>
          <p:cNvSpPr txBox="1"/>
          <p:nvPr/>
        </p:nvSpPr>
        <p:spPr>
          <a:xfrm>
            <a:off x="8871965" y="2247404"/>
            <a:ext cx="306324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process:condition:3"/>
          <p:cNvSpPr txBox="1"/>
          <p:nvPr/>
        </p:nvSpPr>
        <p:spPr>
          <a:xfrm>
            <a:off x="8799957" y="3929900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process:condition:4"/>
          <p:cNvSpPr txBox="1"/>
          <p:nvPr/>
        </p:nvSpPr>
        <p:spPr>
          <a:xfrm>
            <a:off x="7336917" y="4807724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roadmap:span:0:0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admap:activity:0:0"/>
          <p:cNvSpPr txBox="1"/>
          <p:nvPr/>
        </p:nvSpPr>
        <p:spPr>
          <a:xfrm>
            <a:off x="3218688" y="213055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roadmap:milestone:0"/>
          <p:cNvSpPr/>
          <p:nvPr/>
        </p:nvSpPr>
        <p:spPr>
          <a:xfrm>
            <a:off x="4170807" y="23408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admap:milestone-label:0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roadmap:grid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roadmap:track:1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roadmap:span:1:0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0"/>
          <p:cNvSpPr txBox="1"/>
          <p:nvPr/>
        </p:nvSpPr>
        <p:spPr>
          <a:xfrm>
            <a:off x="3578733" y="292608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roadmap:track:2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roadmap:span:2:0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admap:activity:2:0"/>
          <p:cNvSpPr txBox="1"/>
          <p:nvPr/>
        </p:nvSpPr>
        <p:spPr>
          <a:xfrm>
            <a:off x="531037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roadmap:milestone:2"/>
          <p:cNvSpPr/>
          <p:nvPr/>
        </p:nvSpPr>
        <p:spPr>
          <a:xfrm>
            <a:off x="7634097" y="362102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admap:milestone-label:2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roadmap:grid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roadmap:track:3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roadmap:span:3:0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admap:activity:3:0"/>
          <p:cNvSpPr txBox="1"/>
          <p:nvPr/>
        </p:nvSpPr>
        <p:spPr>
          <a:xfrm>
            <a:off x="7042022" y="420624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roadmap:grid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roadmap:track:4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roadmap:span:4:0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admap:activity:4:0"/>
          <p:cNvSpPr txBox="1"/>
          <p:nvPr/>
        </p:nvSpPr>
        <p:spPr>
          <a:xfrm>
            <a:off x="9452609" y="469087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roadmap:milestone:4"/>
          <p:cNvSpPr/>
          <p:nvPr/>
        </p:nvSpPr>
        <p:spPr>
          <a:xfrm>
            <a:off x="11097387" y="490118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admap:milestone-label:4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roadmap:grid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roadmap:span:0: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admap:activity:0:0"/>
          <p:cNvSpPr txBox="1"/>
          <p:nvPr/>
        </p:nvSpPr>
        <p:spPr>
          <a:xfrm>
            <a:off x="3218688" y="213055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roadmap:span:0:1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admap:activity:0:1"/>
          <p:cNvSpPr txBox="1"/>
          <p:nvPr/>
        </p:nvSpPr>
        <p:spPr>
          <a:xfrm>
            <a:off x="8600503" y="213055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roadmap:grid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roadmap:track:1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roadmap:span:1:0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admap:activity:1:0"/>
          <p:cNvSpPr txBox="1"/>
          <p:nvPr/>
        </p:nvSpPr>
        <p:spPr>
          <a:xfrm>
            <a:off x="3218688" y="2615184"/>
            <a:ext cx="204139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roadmap:span:1:1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1"/>
          <p:cNvSpPr txBox="1"/>
          <p:nvPr/>
        </p:nvSpPr>
        <p:spPr>
          <a:xfrm>
            <a:off x="4617719" y="2926079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roadmap:span:1:2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admap:activity:1:2"/>
          <p:cNvSpPr txBox="1"/>
          <p:nvPr/>
        </p:nvSpPr>
        <p:spPr>
          <a:xfrm>
            <a:off x="5469826" y="2615184"/>
            <a:ext cx="2387726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roadmap:track:2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roadmap:span:2:0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admap:activity:2:0"/>
          <p:cNvSpPr txBox="1"/>
          <p:nvPr/>
        </p:nvSpPr>
        <p:spPr>
          <a:xfrm>
            <a:off x="3218688" y="341071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roadmap:span:2:1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admap:activity:2:1"/>
          <p:cNvSpPr txBox="1"/>
          <p:nvPr/>
        </p:nvSpPr>
        <p:spPr>
          <a:xfrm>
            <a:off x="4950332" y="3410712"/>
            <a:ext cx="2041397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roadmap:span:2:2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admap:activity:2:2"/>
          <p:cNvSpPr txBox="1"/>
          <p:nvPr/>
        </p:nvSpPr>
        <p:spPr>
          <a:xfrm>
            <a:off x="5310377" y="372160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roadmap:span:2:3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admap:activity:2: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roadmap:span:2: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admap:activity:2:4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roadmap:span:2:5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admap:activity:2:5"/>
          <p:cNvSpPr txBox="1"/>
          <p:nvPr/>
        </p:nvSpPr>
        <p:spPr>
          <a:xfrm>
            <a:off x="877366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roadmap:grid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roadmap:track:3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roadmap:span:3:0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admap:activity:3:0"/>
          <p:cNvSpPr txBox="1"/>
          <p:nvPr/>
        </p:nvSpPr>
        <p:spPr>
          <a:xfrm>
            <a:off x="3738181" y="4517136"/>
            <a:ext cx="169506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roadmap:span:3:1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admap:activity:3:1"/>
          <p:cNvSpPr txBox="1"/>
          <p:nvPr/>
        </p:nvSpPr>
        <p:spPr>
          <a:xfrm>
            <a:off x="5642990" y="4517136"/>
            <a:ext cx="1348740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roadmap:span:3:2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admap:activity:3:2"/>
          <p:cNvSpPr txBox="1"/>
          <p:nvPr/>
        </p:nvSpPr>
        <p:spPr>
          <a:xfrm>
            <a:off x="7028306" y="4517136"/>
            <a:ext cx="1348739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roadmap:grid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roadmap:track:4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roadmap:span:4: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admap:activity:4:0"/>
          <p:cNvSpPr txBox="1"/>
          <p:nvPr/>
        </p:nvSpPr>
        <p:spPr>
          <a:xfrm>
            <a:off x="3232404" y="500176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roadmap:span:4:1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admap:activity:4:1"/>
          <p:cNvSpPr txBox="1"/>
          <p:nvPr/>
        </p:nvSpPr>
        <p:spPr>
          <a:xfrm>
            <a:off x="4617719" y="5312664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roadmap:span:4:2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admap:activity:4:2"/>
          <p:cNvSpPr txBox="1"/>
          <p:nvPr/>
        </p:nvSpPr>
        <p:spPr>
          <a:xfrm>
            <a:off x="7201471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roadmap:span:4:3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admap:activity:4:3"/>
          <p:cNvSpPr txBox="1"/>
          <p:nvPr/>
        </p:nvSpPr>
        <p:spPr>
          <a:xfrm>
            <a:off x="8933116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roadmap:grid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matrix:point:0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atrix:point:1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atrix:point:2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atrix:point:3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atrix:point:4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atrix:point:5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atrix:label:0"/>
          <p:cNvSpPr txBox="1"/>
          <p:nvPr/>
        </p:nvSpPr>
        <p:spPr>
          <a:xfrm>
            <a:off x="2919222" y="3070920"/>
            <a:ext cx="690371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matrix:label:1"/>
          <p:cNvSpPr txBox="1"/>
          <p:nvPr/>
        </p:nvSpPr>
        <p:spPr>
          <a:xfrm>
            <a:off x="8181022" y="2409261"/>
            <a:ext cx="536066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matrix:label:2"/>
          <p:cNvSpPr txBox="1"/>
          <p:nvPr/>
        </p:nvSpPr>
        <p:spPr>
          <a:xfrm>
            <a:off x="7796974" y="3499225"/>
            <a:ext cx="536066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matrix:label:3"/>
          <p:cNvSpPr txBox="1"/>
          <p:nvPr/>
        </p:nvSpPr>
        <p:spPr>
          <a:xfrm>
            <a:off x="5261229" y="2923885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cxnSp>
        <p:nvCxnSpPr>
          <p:cNvPr id="25" name="matrix:leader:4"/>
          <p:cNvCxnSpPr/>
          <p:nvPr/>
        </p:nvCxnSpPr>
        <p:spPr>
          <a:xfrm>
            <a:off x="5052059" y="2544592"/>
            <a:ext cx="114300" cy="0"/>
          </a:xfrm>
          <a:prstGeom prst="line">
            <a:avLst/>
          </a:prstGeom>
          <a:ln w="889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trix:label:4"/>
          <p:cNvSpPr txBox="1"/>
          <p:nvPr/>
        </p:nvSpPr>
        <p:spPr>
          <a:xfrm>
            <a:off x="5189220" y="2402860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7" name="matrix:label:5"/>
          <p:cNvSpPr txBox="1"/>
          <p:nvPr/>
        </p:nvSpPr>
        <p:spPr>
          <a:xfrm>
            <a:off x="3034093" y="4026651"/>
            <a:ext cx="844677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rg:box:project_owner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rg:name:project_owner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org:sub:project_owner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org:box:system_owner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rg:name:system_owner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org:sub:system_owner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org:box:project_manager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rg:name:project_manager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org:sub:project_manager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org:box:business_team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rg:name:business_team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org:sub:business_team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org:box:application_team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rg:name:application_team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org:sub:application_team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org:box:platform_team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rg:name:platform_team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org:sub:platform_team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org:box:operation_team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rg:name:operation_team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org:sub:operation_team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562709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0795">
            <a:solidFill>
              <a:srgbClr val="0D78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06293"/>
            <a:ext cx="1019556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371951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6906577" y="2786735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06577" y="3371951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314649" y="3371951"/>
            <a:ext cx="63665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8:textLayout xmlns:ns11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2766380" y="1365290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4067434" y="2407706"/>
            <a:ext cx="1616202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gram:container-label"/>
          <p:cNvSpPr txBox="1"/>
          <p:nvPr/>
        </p:nvSpPr>
        <p:spPr>
          <a:xfrm>
            <a:off x="4469770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:container-label"/>
          <p:cNvSpPr txBox="1"/>
          <p:nvPr/>
        </p:nvSpPr>
        <p:spPr>
          <a:xfrm>
            <a:off x="8056001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diagram:path-label"/>
          <p:cNvSpPr txBox="1"/>
          <p:nvPr/>
        </p:nvSpPr>
        <p:spPr>
          <a:xfrm>
            <a:off x="2674940" y="2516164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diagram:path-label"/>
          <p:cNvSpPr txBox="1"/>
          <p:nvPr/>
        </p:nvSpPr>
        <p:spPr>
          <a:xfrm>
            <a:off x="4929827" y="2735620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diagram:path-label"/>
          <p:cNvSpPr txBox="1"/>
          <p:nvPr/>
        </p:nvSpPr>
        <p:spPr>
          <a:xfrm>
            <a:off x="6815526" y="4985044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diagram:path-label"/>
          <p:cNvSpPr txBox="1"/>
          <p:nvPr/>
        </p:nvSpPr>
        <p:spPr>
          <a:xfrm>
            <a:off x="9531614" y="3379002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8:textLayout xmlns:ns13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769766" y="2675534"/>
            <a:ext cx="1081278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diagram:path-label"/>
          <p:cNvSpPr txBox="1"/>
          <p:nvPr/>
        </p:nvSpPr>
        <p:spPr>
          <a:xfrm>
            <a:off x="2831858" y="3241192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diagram:path-label"/>
          <p:cNvSpPr txBox="1"/>
          <p:nvPr/>
        </p:nvSpPr>
        <p:spPr>
          <a:xfrm>
            <a:off x="7414945" y="2747416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diagram:path-label"/>
          <p:cNvSpPr txBox="1"/>
          <p:nvPr/>
        </p:nvSpPr>
        <p:spPr>
          <a:xfrm>
            <a:off x="8913495" y="324119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diagram:path-label"/>
          <p:cNvSpPr txBox="1"/>
          <p:nvPr/>
        </p:nvSpPr>
        <p:spPr>
          <a:xfrm>
            <a:off x="6531940" y="3625240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11392738" y="401843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612087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55671"/>
            <a:ext cx="1863090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421329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4792484" y="3421329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73442" y="3421329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222066" y="2895549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diagram:path-label"/>
          <p:cNvSpPr txBox="1"/>
          <p:nvPr/>
        </p:nvSpPr>
        <p:spPr>
          <a:xfrm>
            <a:off x="9221266" y="4258005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929987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58787" y="2188372"/>
            <a:ext cx="4929987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60080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23379" y="2188372"/>
            <a:ext cx="460080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5787" y="2307244"/>
            <a:ext cx="960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929987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58787" y="2773588"/>
            <a:ext cx="4929987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432907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575907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23379" y="3395380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32907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575907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23379" y="4017172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432907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575907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23379" y="4638964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32907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75907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923379" y="5260756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32907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575907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paired:left:0"/>
          <p:cNvSpPr txBox="1"/>
          <p:nvPr/>
        </p:nvSpPr>
        <p:spPr>
          <a:xfrm>
            <a:off x="685800" y="2773588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70651" y="2883316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paired:criterion:0"/>
          <p:cNvSpPr txBox="1"/>
          <p:nvPr/>
        </p:nvSpPr>
        <p:spPr>
          <a:xfrm>
            <a:off x="5670651" y="2883316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paired:right:0"/>
          <p:cNvSpPr txBox="1"/>
          <p:nvPr/>
        </p:nvSpPr>
        <p:spPr>
          <a:xfrm>
            <a:off x="6941667" y="2773588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paired:left:1"/>
          <p:cNvSpPr txBox="1"/>
          <p:nvPr/>
        </p:nvSpPr>
        <p:spPr>
          <a:xfrm>
            <a:off x="685800" y="3395380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70651" y="3505108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paired:criterion:1"/>
          <p:cNvSpPr txBox="1"/>
          <p:nvPr/>
        </p:nvSpPr>
        <p:spPr>
          <a:xfrm>
            <a:off x="5670651" y="3505108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paired:right:1"/>
          <p:cNvSpPr txBox="1"/>
          <p:nvPr/>
        </p:nvSpPr>
        <p:spPr>
          <a:xfrm>
            <a:off x="6941667" y="3395380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paired:left:2"/>
          <p:cNvSpPr txBox="1"/>
          <p:nvPr/>
        </p:nvSpPr>
        <p:spPr>
          <a:xfrm>
            <a:off x="685800" y="4017172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70651" y="4126900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paired:criterion:2"/>
          <p:cNvSpPr txBox="1"/>
          <p:nvPr/>
        </p:nvSpPr>
        <p:spPr>
          <a:xfrm>
            <a:off x="5670651" y="4126900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paired:right:2"/>
          <p:cNvSpPr txBox="1"/>
          <p:nvPr/>
        </p:nvSpPr>
        <p:spPr>
          <a:xfrm>
            <a:off x="6941667" y="4017172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paired:left:3"/>
          <p:cNvSpPr txBox="1"/>
          <p:nvPr/>
        </p:nvSpPr>
        <p:spPr>
          <a:xfrm>
            <a:off x="685800" y="4638964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70651" y="4748692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paired:criterion:3"/>
          <p:cNvSpPr txBox="1"/>
          <p:nvPr/>
        </p:nvSpPr>
        <p:spPr>
          <a:xfrm>
            <a:off x="5670651" y="4748692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paired:right:3"/>
          <p:cNvSpPr txBox="1"/>
          <p:nvPr/>
        </p:nvSpPr>
        <p:spPr>
          <a:xfrm>
            <a:off x="6941667" y="4638964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paired:left:4"/>
          <p:cNvSpPr txBox="1"/>
          <p:nvPr/>
        </p:nvSpPr>
        <p:spPr>
          <a:xfrm>
            <a:off x="685800" y="5260756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70651" y="5370484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paired:criterion:4"/>
          <p:cNvSpPr txBox="1"/>
          <p:nvPr/>
        </p:nvSpPr>
        <p:spPr>
          <a:xfrm>
            <a:off x="5670651" y="5370484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paired:right:4"/>
          <p:cNvSpPr txBox="1"/>
          <p:nvPr/>
        </p:nvSpPr>
        <p:spPr>
          <a:xfrm>
            <a:off x="6941667" y="5260756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5387187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713067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387187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713067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387187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13067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387187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713067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387187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713067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mapping:crossing-mask:0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mapping:link:0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mapping:crossing-mask:1"/>
          <p:cNvCxnSpPr/>
          <p:nvPr/>
        </p:nvCxnSpPr>
        <p:spPr>
          <a:xfrm>
            <a:off x="4855464" y="3547872"/>
            <a:ext cx="2480767" cy="173736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mapping:link:1"/>
          <p:cNvCxnSpPr/>
          <p:nvPr/>
        </p:nvCxnSpPr>
        <p:spPr>
          <a:xfrm>
            <a:off x="4855464" y="3547872"/>
            <a:ext cx="2480767" cy="173736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mapping:crossing-mask:2"/>
          <p:cNvCxnSpPr/>
          <p:nvPr/>
        </p:nvCxnSpPr>
        <p:spPr>
          <a:xfrm>
            <a:off x="4855464" y="3895344"/>
            <a:ext cx="2480767" cy="301752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mapping:link:2"/>
          <p:cNvCxnSpPr/>
          <p:nvPr/>
        </p:nvCxnSpPr>
        <p:spPr>
          <a:xfrm>
            <a:off x="4855464" y="3895344"/>
            <a:ext cx="2480767" cy="301752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mapping:crossing-mask:3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mapping:link:3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mapping:crossing-mask:4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mapping:link:4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mapping:crossing-mask:5"/>
          <p:cNvCxnSpPr/>
          <p:nvPr/>
        </p:nvCxnSpPr>
        <p:spPr>
          <a:xfrm>
            <a:off x="4855464" y="4370832"/>
            <a:ext cx="2480767" cy="173736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mapping:link:5"/>
          <p:cNvCxnSpPr/>
          <p:nvPr/>
        </p:nvCxnSpPr>
        <p:spPr>
          <a:xfrm>
            <a:off x="4855464" y="4370832"/>
            <a:ext cx="2480767" cy="173736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mapping:item:left:manual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mapping:text:left:manual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pping:item:left:approval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mapping:text:left:approval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mapping:item:left:data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mapping:text:left:data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mapping:item:left:visibility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mapping:text:left:visibility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mapping:item:left:quality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mapping:text:left:quality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mapping:item:right:standardize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mapping:text:right:standardize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mapping:item:right:rules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mapping:text:right:rules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mapping:item:right:integrate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mapping:text:right:integrate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mapping:item:right:dashboard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mapping:text:right:dashboard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mapping:item:right:review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mapping:text:right:review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mapping:port:left:0"/>
          <p:cNvSpPr/>
          <p:nvPr/>
        </p:nvSpPr>
        <p:spPr>
          <a:xfrm>
            <a:off x="4828031" y="2395728"/>
            <a:ext cx="54864" cy="5486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pping:port:right:0"/>
          <p:cNvSpPr/>
          <p:nvPr/>
        </p:nvSpPr>
        <p:spPr>
          <a:xfrm>
            <a:off x="7308799" y="2395728"/>
            <a:ext cx="54864" cy="5486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pping:port:left:1"/>
          <p:cNvSpPr/>
          <p:nvPr/>
        </p:nvSpPr>
        <p:spPr>
          <a:xfrm>
            <a:off x="4828031" y="3520440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pping:port:right:1"/>
          <p:cNvSpPr/>
          <p:nvPr/>
        </p:nvSpPr>
        <p:spPr>
          <a:xfrm>
            <a:off x="7308799" y="3694176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pping:port:left:2"/>
          <p:cNvSpPr/>
          <p:nvPr/>
        </p:nvSpPr>
        <p:spPr>
          <a:xfrm>
            <a:off x="4828031" y="386791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mapping:port:right:2"/>
          <p:cNvSpPr/>
          <p:nvPr/>
        </p:nvSpPr>
        <p:spPr>
          <a:xfrm>
            <a:off x="7308799" y="4169663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pping:port:left:3"/>
          <p:cNvSpPr/>
          <p:nvPr/>
        </p:nvSpPr>
        <p:spPr>
          <a:xfrm>
            <a:off x="4828031" y="304495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mapping:port:right:3"/>
          <p:cNvSpPr/>
          <p:nvPr/>
        </p:nvSpPr>
        <p:spPr>
          <a:xfrm>
            <a:off x="7308799" y="304495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pping:port:left:4"/>
          <p:cNvSpPr/>
          <p:nvPr/>
        </p:nvSpPr>
        <p:spPr>
          <a:xfrm>
            <a:off x="4828031" y="4992624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mapping:port:right:4"/>
          <p:cNvSpPr/>
          <p:nvPr/>
        </p:nvSpPr>
        <p:spPr>
          <a:xfrm>
            <a:off x="7308799" y="4992624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pping:port:left:5"/>
          <p:cNvSpPr/>
          <p:nvPr/>
        </p:nvSpPr>
        <p:spPr>
          <a:xfrm>
            <a:off x="4828031" y="4343400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mapping:port:right:5"/>
          <p:cNvSpPr/>
          <p:nvPr/>
        </p:nvSpPr>
        <p:spPr>
          <a:xfrm>
            <a:off x="7308799" y="4517136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