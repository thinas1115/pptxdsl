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意思決定から技術研修まで、24のTypeを34枚で検証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Oval 5"/>
          <p:cNvSpPr/>
          <p:nvPr/>
        </p:nvSpPr>
        <p:spPr>
          <a:xfrm>
            <a:off x="722376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3027060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4168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2376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31538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450994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302706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72786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994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69282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60156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179612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3027060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01404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9612" y="3502548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97900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10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