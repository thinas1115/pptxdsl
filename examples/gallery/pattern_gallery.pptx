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端末から送ったIPパケットがルーターで変換され、外部サーバーへ届くまでの送信元情報を比較します。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7512" y="587959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要点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344168" y="5870448"/>
            <a:ext cx="10198303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NATでは送信元IPを書き換え、宛先IPは維持したまま外部へ転送します。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1901952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82496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9" name="Rectangle 8"/>
          <p:cNvSpPr/>
          <p:nvPr/>
        </p:nvSpPr>
        <p:spPr>
          <a:xfrm>
            <a:off x="2585466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1186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2042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5012" y="1719072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70732" y="1828800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1588" y="2331720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0750" y="1719072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6470" y="1828800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326" y="2331720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36488" y="1719072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2208" y="1828800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3064" y="2331720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6276" y="1719072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1996" y="1828800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852" y="2331720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65822" y="1719072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1542" y="1828800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2398" y="2331720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685800" y="2578608"/>
            <a:ext cx="3392081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2816352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16352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4481474" y="2578608"/>
            <a:ext cx="702145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8594" y="281635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37506" y="2816352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31382" y="2578608"/>
            <a:ext cx="2245766" cy="18288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094268" y="2816352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33180" y="2816352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760720"/>
            <a:ext cx="11185855" cy="42062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5861304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フィールドを位置で捉えると、パケットキャプチャの値を役割へ結び付けやすくなります。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719072"/>
            <a:ext cx="6903720" cy="3977639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21992"/>
            <a:ext cx="6391656" cy="123901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3982212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02252"/>
            <a:ext cx="6391656" cy="1239011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90688" y="1737360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90688" y="2148840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2304288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93023" y="2286000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3023" y="3092958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90688" y="314782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3" y="3129534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93023" y="3936491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0688" y="3991355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3" y="3973068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93023" y="4780026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90688" y="483489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3023" y="4816602"/>
            <a:ext cx="3495751" cy="770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806440"/>
            <a:ext cx="11185855" cy="38404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888736"/>
            <a:ext cx="10856671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コマンドの実行ではなく、期待状態の確認までを作業単位にします。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27632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27632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719072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7864" y="1773936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02920" y="2194560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31520" y="250088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226771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2" y="2798064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1520" y="309524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86207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41832" y="3392424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1520" y="3689603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45643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41832" y="3986783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31520" y="4283964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4050791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51295" y="1627632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51295" y="1627632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34175" y="1719072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34175" y="170992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6239" y="1773936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51295" y="2194560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6479895" y="250088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0207" y="226771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690207" y="2798064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79895" y="309524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0207" y="286207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690207" y="3392424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479895" y="3689603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90207" y="3456432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690207" y="3986783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479895" y="4283964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0207" y="4050791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78424"/>
            <a:ext cx="11185855" cy="49377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49224" y="5742432"/>
            <a:ext cx="365760" cy="36576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1" name="Picture 40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006" y="5830214"/>
            <a:ext cx="190195" cy="19019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124712" y="5806440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2808" y="5751576"/>
            <a:ext cx="9576511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Oval 4"/>
          <p:cNvSpPr/>
          <p:nvPr/>
        </p:nvSpPr>
        <p:spPr>
          <a:xfrm>
            <a:off x="722376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2537825"/>
            <a:ext cx="237744" cy="2377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44168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2376" y="3013313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40664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231538" y="2409809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450994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2537825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2786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50994" y="3013313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69282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960156" y="2409809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8179612" y="2428097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2537825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801404" y="2464673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79612" y="3013313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197900" y="3159617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14097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9224" y="4787249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4" name="Picture 23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95" y="4879421"/>
            <a:ext cx="199704" cy="1997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24712" y="4851257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764792" y="4814681"/>
            <a:ext cx="0" cy="329184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837943" y="4814681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05355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931152" y="1705355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705355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5744" y="1705355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824227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290572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31152" y="2290572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992624" y="2564891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894576" y="2564891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5029200" y="26014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748272" y="26014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22905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6944" y="2400300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66944" y="24003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22905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7512" y="29123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095744" y="29123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992624" y="318668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894576" y="31866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029200" y="32232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748272" y="32232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29123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66944" y="3022092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6944" y="30220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29123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67512" y="35341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095744" y="35341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4992624" y="380847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94576" y="3808476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029200" y="38450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48272" y="38450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5800" y="35341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66944" y="3643884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266944" y="36438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2" y="35341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67512" y="4155948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095744" y="4155948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4992624" y="443026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94576" y="443026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029200" y="446684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748272" y="446684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85800" y="415594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66944" y="4265676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66944" y="426567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14032" y="415594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67512" y="477774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095744" y="477774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4992624" y="5052059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894576" y="5052059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029200" y="508863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748272" y="508863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685800" y="477774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266944" y="4887468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66944" y="488746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14032" y="477774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49224" y="5769864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2" name="Picture 61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5862035"/>
            <a:ext cx="199704" cy="199704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124712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64792" y="5797296"/>
            <a:ext cx="0" cy="329183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837943" y="5797296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担当境界と引き継ぎ点を明確にし、対応漏れを防ぐ</a:t>
            </a:r>
          </a:p>
        </p:txBody>
      </p:sp>
      <p:sp>
        <p:nvSpPr>
          <p:cNvPr id="5" name="Chevron 4"/>
          <p:cNvSpPr/>
          <p:nvPr/>
        </p:nvSpPr>
        <p:spPr>
          <a:xfrm>
            <a:off x="1892808" y="1517904"/>
            <a:ext cx="2485567" cy="384048"/>
          </a:xfrm>
          <a:prstGeom prst="chevron">
            <a:avLst/>
          </a:prstGeom>
          <a:solidFill>
            <a:srgbClr val="FFFFFC"/>
          </a:solidFill>
          <a:ln w="7620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20824" y="1572768"/>
            <a:ext cx="219295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7" name="Chevron 6"/>
          <p:cNvSpPr/>
          <p:nvPr/>
        </p:nvSpPr>
        <p:spPr>
          <a:xfrm>
            <a:off x="4341799" y="1517904"/>
            <a:ext cx="2485567" cy="384048"/>
          </a:xfrm>
          <a:prstGeom prst="chevron">
            <a:avLst/>
          </a:prstGeom>
          <a:solidFill>
            <a:srgbClr val="FFFFFC"/>
          </a:solidFill>
          <a:ln w="7620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9815" y="1572768"/>
            <a:ext cx="219295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9" name="Chevron 8"/>
          <p:cNvSpPr/>
          <p:nvPr/>
        </p:nvSpPr>
        <p:spPr>
          <a:xfrm>
            <a:off x="6790791" y="1517904"/>
            <a:ext cx="2485567" cy="384048"/>
          </a:xfrm>
          <a:prstGeom prst="chevron">
            <a:avLst/>
          </a:prstGeom>
          <a:solidFill>
            <a:srgbClr val="FFFFFC"/>
          </a:solidFill>
          <a:ln w="7620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18807" y="1572768"/>
            <a:ext cx="219295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1" name="Chevron 10"/>
          <p:cNvSpPr/>
          <p:nvPr/>
        </p:nvSpPr>
        <p:spPr>
          <a:xfrm>
            <a:off x="9239783" y="1517904"/>
            <a:ext cx="2448991" cy="384048"/>
          </a:xfrm>
          <a:prstGeom prst="chevron">
            <a:avLst/>
          </a:prstGeom>
          <a:solidFill>
            <a:srgbClr val="FFFFFC"/>
          </a:solidFill>
          <a:ln w="7620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67799" y="1572768"/>
            <a:ext cx="2192959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527048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33271" y="1636776"/>
            <a:ext cx="292609" cy="0"/>
          </a:xfrm>
          <a:prstGeom prst="line">
            <a:avLst/>
          </a:prstGeom>
          <a:ln w="14604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399032" y="1554480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順方向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33271" y="1828800"/>
            <a:ext cx="292609" cy="0"/>
          </a:xfrm>
          <a:prstGeom prst="line">
            <a:avLst/>
          </a:prstGeom>
          <a:ln w="14604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99032" y="1746504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差戻し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901952"/>
            <a:ext cx="1389888" cy="7863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92808" y="1901952"/>
            <a:ext cx="9795967" cy="78638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1901952"/>
            <a:ext cx="11887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2688336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02920" y="2688336"/>
            <a:ext cx="1389888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92808" y="2688336"/>
            <a:ext cx="9795967" cy="78638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688336"/>
            <a:ext cx="11887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3474720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02920" y="3474720"/>
            <a:ext cx="1389888" cy="7863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92808" y="3474720"/>
            <a:ext cx="9795967" cy="78638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3474720"/>
            <a:ext cx="11887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ネットワーク担当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4261104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02920" y="4261104"/>
            <a:ext cx="1389888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92808" y="4261104"/>
            <a:ext cx="9795967" cy="786384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4261104"/>
            <a:ext cx="118872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02920" y="5047488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92808" y="1901952"/>
            <a:ext cx="0" cy="3145536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341799" y="1901952"/>
            <a:ext cx="0" cy="3145536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90791" y="1901952"/>
            <a:ext cx="0" cy="3145536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239783" y="1901952"/>
            <a:ext cx="0" cy="3145536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775671" y="2295144"/>
            <a:ext cx="529552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305223" y="2295144"/>
            <a:ext cx="0" cy="786384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305223" y="3081528"/>
            <a:ext cx="164592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520575" y="3081528"/>
            <a:ext cx="91440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995195" y="3310128"/>
            <a:ext cx="0" cy="164592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995195" y="3474720"/>
            <a:ext cx="571100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566295" y="3474720"/>
            <a:ext cx="0" cy="164592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662775" y="3081528"/>
            <a:ext cx="256032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224663" y="3867912"/>
            <a:ext cx="1132256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444187" y="3310128"/>
            <a:ext cx="0" cy="164592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444187" y="3474720"/>
            <a:ext cx="571100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015287" y="3474720"/>
            <a:ext cx="0" cy="164592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015287" y="4096512"/>
            <a:ext cx="0" cy="164592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8015287" y="4261104"/>
            <a:ext cx="0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015287" y="4261104"/>
            <a:ext cx="0" cy="164592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673655" y="4654296"/>
            <a:ext cx="364960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038615" y="3401568"/>
            <a:ext cx="0" cy="1252728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8586387" y="3401568"/>
            <a:ext cx="452228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586387" y="3310128"/>
            <a:ext cx="0" cy="9144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111767" y="3081528"/>
            <a:ext cx="91440" cy="0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9203207" y="2295144"/>
            <a:ext cx="0" cy="786384"/>
          </a:xfrm>
          <a:prstGeom prst="line">
            <a:avLst/>
          </a:prstGeom>
          <a:ln w="1333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203207" y="2295144"/>
            <a:ext cx="164592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86387" y="3310128"/>
            <a:ext cx="0" cy="1828799"/>
          </a:xfrm>
          <a:prstGeom prst="line">
            <a:avLst/>
          </a:prstGeom>
          <a:ln w="1333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4995195" y="5138927"/>
            <a:ext cx="3591192" cy="0"/>
          </a:xfrm>
          <a:prstGeom prst="line">
            <a:avLst/>
          </a:prstGeom>
          <a:ln w="1333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4995195" y="3310128"/>
            <a:ext cx="0" cy="1828799"/>
          </a:xfrm>
          <a:prstGeom prst="line">
            <a:avLst/>
          </a:prstGeom>
          <a:ln w="1333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418559" y="2295144"/>
            <a:ext cx="91440" cy="0"/>
          </a:xfrm>
          <a:prstGeom prst="line">
            <a:avLst/>
          </a:prstGeom>
          <a:ln w="1333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2458935" y="2066544"/>
            <a:ext cx="131673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550375" y="2066544"/>
            <a:ext cx="1133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469815" y="2852928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61255" y="2852928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12015" y="2852928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703455" y="2852928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07927" y="3639312"/>
            <a:ext cx="131673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99367" y="3639312"/>
            <a:ext cx="1133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918807" y="2852928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10247" y="2852928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356919" y="3639312"/>
            <a:ext cx="1316736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448359" y="3639312"/>
            <a:ext cx="1133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回線切り分け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56919" y="4425696"/>
            <a:ext cx="1316736" cy="457200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448359" y="4425696"/>
            <a:ext cx="113385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回線調査・復旧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61007" y="2852928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152447" y="2852928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67799" y="2066544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59239" y="2066544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09999" y="2066544"/>
            <a:ext cx="1050759" cy="457200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601439" y="2066544"/>
            <a:ext cx="86787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49224" y="5769864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6" name="Picture 85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5862035"/>
            <a:ext cx="199704" cy="199704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124712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764792" y="5797296"/>
            <a:ext cx="0" cy="329183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837943" y="5797296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工程だけでなく、誰が受け取り、どこへ引き継ぐかを同時に確認する。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87855" y="2507650"/>
            <a:ext cx="9015984" cy="181965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15871" y="2525938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7855" y="4336450"/>
            <a:ext cx="9015984" cy="86867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15871" y="4354738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376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8376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2676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1830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41830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6130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5284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5284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738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8738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038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52192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521921" y="2011680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4927" y="2011680"/>
            <a:ext cx="0" cy="3193450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026767" y="239792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57653" y="2151034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026767" y="2763682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74923" y="251679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026767" y="3129442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74923" y="288255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1307" y="34952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2193" y="32483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" y="386096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26733" y="361407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30387" y="422672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61273" y="397983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8130387" y="4592482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61273" y="4345594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2026767" y="495824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257653" y="4711354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449824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33271" y="5532120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344168" y="5449824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993391" y="5532120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304287" y="5449824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9224" y="5769864"/>
            <a:ext cx="384048" cy="384048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" y="5862035"/>
            <a:ext cx="199704" cy="1997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124712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764792" y="5797296"/>
            <a:ext cx="0" cy="329183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837943" y="5797296"/>
            <a:ext cx="96130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