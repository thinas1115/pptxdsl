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意思決定からシステム構成まで、23の標準レイアウトを検証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41832" y="2364455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1872" y="2273015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41832" y="3082259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1872" y="2990819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41832" y="3800063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3708623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41832" y="4517867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4426427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896112" y="2314163"/>
            <a:ext cx="201168" cy="201168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86731"/>
            <a:ext cx="201168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273015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3031967"/>
            <a:ext cx="201168" cy="201168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04535"/>
            <a:ext cx="201168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990819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" y="3749771"/>
            <a:ext cx="201168" cy="201168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708623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" y="4467575"/>
            <a:ext cx="201168" cy="201168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426427"/>
            <a:ext cx="955548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