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意思決定から技術研修まで、24のTypeを34枚で検証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441448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276856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654296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89704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67144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702552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79992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915400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292840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128248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41448" y="5486400"/>
            <a:ext cx="8851392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68680" y="210883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41448" y="2026539"/>
            <a:ext cx="995781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92093" y="200825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1448" y="2264283"/>
            <a:ext cx="287670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3982" y="224599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03466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41448" y="2952369"/>
            <a:ext cx="2655417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51729" y="293408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41448" y="3190113"/>
            <a:ext cx="929396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5708" y="317182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96049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41448" y="3878199"/>
            <a:ext cx="5310835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07147" y="385991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41448" y="4115943"/>
            <a:ext cx="1880920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77232" y="409765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886324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41448" y="4804028"/>
            <a:ext cx="1991563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7875" y="478574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41448" y="5041772"/>
            <a:ext cx="619597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15909" y="5023484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6695" y="5056631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4299966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6695" y="4217670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17319" y="3461003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96695" y="3378707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17319" y="2622041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96695" y="2539746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17319" y="1783079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6695" y="1700783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19" y="1783080"/>
            <a:ext cx="0" cy="3355847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06423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7435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8446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9457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0468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1479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2490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3501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4512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1417319" y="4383862"/>
            <a:ext cx="1231012" cy="251688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648331" y="4090225"/>
            <a:ext cx="1231010" cy="293637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879341" y="3838536"/>
            <a:ext cx="1231012" cy="251689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110353" y="3293211"/>
            <a:ext cx="1231011" cy="545325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341364" y="2957626"/>
            <a:ext cx="1231011" cy="335585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7572375" y="2580093"/>
            <a:ext cx="1231011" cy="377533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803386" y="2328405"/>
            <a:ext cx="1231011" cy="251688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0034397" y="2034768"/>
            <a:ext cx="1231011" cy="293637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371599" y="458983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602611" y="4338142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833622" y="404450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064633" y="379281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295644" y="3247491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526654" y="291190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757666" y="2534373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988677" y="228268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19688" y="198904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417319" y="4090225"/>
            <a:ext cx="1231012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648331" y="3880484"/>
            <a:ext cx="1231010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79341" y="3670744"/>
            <a:ext cx="1231012" cy="209740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5110353" y="3461003"/>
            <a:ext cx="1231011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341364" y="3041522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7572375" y="2622041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803386" y="2202560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0034397" y="1783079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1371599" y="4254246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602611" y="404450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833622" y="383476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064633" y="36250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295644" y="341528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526654" y="299580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757666" y="257632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988677" y="215684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219688" y="1737359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6695" y="5056631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4299966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6695" y="4217670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17319" y="3461003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96695" y="3378707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17319" y="2622041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96695" y="2539746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17319" y="1783079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6695" y="1700783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19" y="1783080"/>
            <a:ext cx="0" cy="3355847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444751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3491" y="3964381"/>
            <a:ext cx="530352" cy="117454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93491" y="3628796"/>
            <a:ext cx="530352" cy="335584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93491" y="3461003"/>
            <a:ext cx="530352" cy="167792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27448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76188" y="4501316"/>
            <a:ext cx="530352" cy="637611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76188" y="3964381"/>
            <a:ext cx="530352" cy="536935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76188" y="3461003"/>
            <a:ext cx="530352" cy="50337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10144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58884" y="4836901"/>
            <a:ext cx="530352" cy="30202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358884" y="4132173"/>
            <a:ext cx="530352" cy="704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58884" y="3461003"/>
            <a:ext cx="530352" cy="671169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84648" y="5788152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924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16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794759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0228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47999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2689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2672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129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59181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87568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5806440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1368" y="5779007"/>
            <a:ext cx="98874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546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118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04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5012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0732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1588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627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199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285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85800" y="2971292"/>
            <a:ext cx="3392081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3209035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3209035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481474" y="2971292"/>
            <a:ext cx="702145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8594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7506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31382" y="2971292"/>
            <a:ext cx="2245766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94268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3180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6" name="Oval 5"/>
          <p:cNvSpPr/>
          <p:nvPr/>
        </p:nvSpPr>
        <p:spPr>
          <a:xfrm>
            <a:off x="722376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3027060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44168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2376" y="3502548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0664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部門ごとに資料の構成と確認方法が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異なり、作成とレビューの双方に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手戻りが発生している。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31538" y="2899044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450994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0722" y="302706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72786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50994" y="3502548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69282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全資料を一律化するのではなく、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頻出する業務パターンから標準化する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方が導入負荷を抑えられる。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60156" y="2899044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8179612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s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9340" y="3027060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01404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79612" y="3502548"/>
            <a:ext cx="3289707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197900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対象部門で標準レイアウトを試行し、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品質・作成時間・運用負荷を測定して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展開可否を判断する。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7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10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