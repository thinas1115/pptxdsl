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意思決定からシステム構成まで、22の標準レイアウトを検証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導入方式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3つの導入方式を、適用条件とトレードオフで比較する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2140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段階導入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33472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先行部門で運用を検証してから対象を広げる。手戻りを抑えやすい。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3232" y="212140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1600" y="210312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一括導入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600" y="2633472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共通要件が固まった組織へ同時展開する。移行期間を短縮できる。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3232" y="212140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600" y="210312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部門別導入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600" y="2633472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業務差が大きい場合に部門単位で設計する。個別運用が増えやすい。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