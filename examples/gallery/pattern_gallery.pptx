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872216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4386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156438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70404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04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6422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642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2440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24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8458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845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4476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494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49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6512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65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2530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1253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8548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85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4566" y="1737360"/>
            <a:ext cx="9060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2456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2103120"/>
            <a:ext cx="10872216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2816352"/>
            <a:ext cx="10872216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529584"/>
            <a:ext cx="10872216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242816"/>
            <a:ext cx="10872216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956048"/>
            <a:ext cx="10872216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58368" y="2103120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8368" y="2816352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58368" y="3529584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368" y="4242816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4956048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58368" y="5669280"/>
            <a:ext cx="10872216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4088" y="2160178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" y="2145913"/>
            <a:ext cx="104424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" y="2352751"/>
            <a:ext cx="100241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8835" y="2345618"/>
            <a:ext cx="73037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4088" y="2659440"/>
            <a:ext cx="1720596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0106" y="2873410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1002" y="2859145"/>
            <a:ext cx="953643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1002" y="3065983"/>
            <a:ext cx="953643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生成・検証機能を整備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10106" y="3372672"/>
            <a:ext cx="2626614" cy="3200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2141" y="3586642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33037" y="3572377"/>
            <a:ext cx="77243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33037" y="3779215"/>
            <a:ext cx="281444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複数部門でパイロット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38924" y="3772082"/>
            <a:ext cx="6583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2141" y="4085904"/>
            <a:ext cx="3532632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0196" y="4299874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1092" y="4285609"/>
            <a:ext cx="50063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1092" y="4492447"/>
            <a:ext cx="5006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40196" y="4799136"/>
            <a:ext cx="2626614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58250" y="5013106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9146" y="4998841"/>
            <a:ext cx="228828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9146" y="5205679"/>
            <a:ext cx="10671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27767" y="5198546"/>
            <a:ext cx="6583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58250" y="5512368"/>
            <a:ext cx="2626613" cy="3200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1962530" y="2620578"/>
            <a:ext cx="109728" cy="109728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6492621" y="4047042"/>
            <a:ext cx="109728" cy="109728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iamond 64"/>
          <p:cNvSpPr/>
          <p:nvPr/>
        </p:nvSpPr>
        <p:spPr>
          <a:xfrm>
            <a:off x="11022711" y="5473506"/>
            <a:ext cx="109728" cy="109728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