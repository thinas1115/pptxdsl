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14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5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15.png"/><Relationship Id="rId6" Type="http://schemas.openxmlformats.org/officeDocument/2006/relationships/image" Target="../media/image24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9.png"/><Relationship Id="rId4" Type="http://schemas.openxmlformats.org/officeDocument/2006/relationships/image" Target="../media/image28.png"/><Relationship Id="rId5" Type="http://schemas.openxmlformats.org/officeDocument/2006/relationships/image" Target="../media/image30.png"/><Relationship Id="rId6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41448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76856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54296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9704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67144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02552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79992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915400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292840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128248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41448" y="5486400"/>
            <a:ext cx="8851392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210883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1448" y="2026539"/>
            <a:ext cx="995781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2093" y="200825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1448" y="2264283"/>
            <a:ext cx="28767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3982" y="224599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03466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2952369"/>
            <a:ext cx="2655417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51729" y="293408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41448" y="3190113"/>
            <a:ext cx="929396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5708" y="317182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96049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41448" y="3878199"/>
            <a:ext cx="5310835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07147" y="385991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41448" y="4115943"/>
            <a:ext cx="188092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7232" y="409765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886324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1448" y="4804028"/>
            <a:ext cx="1991563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7875" y="478574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41448" y="5041772"/>
            <a:ext cx="619597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15909" y="5023484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6423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7435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8446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9457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0468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1479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2490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3501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4512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417319" y="4383862"/>
            <a:ext cx="1231012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648331" y="4090225"/>
            <a:ext cx="1231010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879341" y="3838536"/>
            <a:ext cx="1231012" cy="251689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10353" y="3293211"/>
            <a:ext cx="1231011" cy="54532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341364" y="2957626"/>
            <a:ext cx="1231011" cy="33558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572375" y="2580093"/>
            <a:ext cx="1231011" cy="377533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803386" y="2328405"/>
            <a:ext cx="1231011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034397" y="2034768"/>
            <a:ext cx="1231011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371599" y="458983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02611" y="4338142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3622" y="404450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64633" y="379281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95644" y="3247491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526654" y="291190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757666" y="2534373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988677" y="228268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19688" y="198904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417319" y="4090225"/>
            <a:ext cx="1231012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48331" y="3880484"/>
            <a:ext cx="1231010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9341" y="3670744"/>
            <a:ext cx="1231012" cy="209740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110353" y="3461003"/>
            <a:ext cx="1231011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41364" y="3041522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572375" y="2622041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803386" y="2202560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034397" y="1783079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371599" y="4254246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02611" y="404450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33622" y="383476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64633" y="36250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295644" y="341528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26654" y="299580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757666" y="257632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988677" y="215684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19688" y="1737359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44751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3491" y="3964381"/>
            <a:ext cx="530352" cy="117454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93491" y="3628796"/>
            <a:ext cx="530352" cy="335584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93491" y="3461003"/>
            <a:ext cx="530352" cy="167792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76188" y="4501316"/>
            <a:ext cx="530352" cy="637611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3964381"/>
            <a:ext cx="530352" cy="53693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76188" y="3461003"/>
            <a:ext cx="530352" cy="50337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8884" y="4836901"/>
            <a:ext cx="530352" cy="30202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58884" y="4132173"/>
            <a:ext cx="530352" cy="704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58884" y="3461003"/>
            <a:ext cx="530352" cy="671169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648" y="5788152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image-compare:label:0"/>
          <p:cNvSpPr txBox="1"/>
          <p:nvPr/>
        </p:nvSpPr>
        <p:spPr>
          <a:xfrm>
            <a:off x="694944" y="1664208"/>
            <a:ext cx="5212080" cy="21463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1897126"/>
            <a:ext cx="521208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mparisonImage" descr="架空の申請一覧画面。すべての申請を同じ文字階層で表示した変更前のサンプル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025142"/>
            <a:ext cx="5212080" cy="344917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image-compare:label:1"/>
          <p:cNvSpPr txBox="1"/>
          <p:nvPr/>
        </p:nvSpPr>
        <p:spPr>
          <a:xfrm>
            <a:off x="6291072" y="1664208"/>
            <a:ext cx="5212080" cy="21463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1072" y="1897126"/>
            <a:ext cx="521208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omparisonImage" descr="同じ申請一覧の条件表示・申請名・状態を強調した変更後のサンプル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025142"/>
            <a:ext cx="5212080" cy="344917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