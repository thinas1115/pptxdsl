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端末から送ったIPパケットがルーターで変換され、外部サーバーへ届くまでの送信元情報を比較します。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NATでは送信元IPを書き換え、宛先IPは維持したまま外部へ転送します。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546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118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04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5012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0732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1588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0750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470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326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6488" y="1719072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2208" y="1828800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3064" y="2331720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627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99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85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5822" y="1719072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1542" y="1828800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2398" y="2331720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85800" y="2578608"/>
            <a:ext cx="3392081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816352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16352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481474" y="2578608"/>
            <a:ext cx="702145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8594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7506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1382" y="2578608"/>
            <a:ext cx="2245766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94268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3180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フィールドを位置で捉えると、パケットキャプチャの値を役割へ結び付けやすくなります。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19072"/>
            <a:ext cx="6903720" cy="3977639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8221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0225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737360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148840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30428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3" y="3092958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314782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3129534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93649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39913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973068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3" y="4780026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483489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816602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コマンドの実行ではなく、期待状態の確認までを作業単位にします。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5437479" cy="2953511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5437479" cy="566928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71907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4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194560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" y="250088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" y="279806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" y="309524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1832" y="339242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" y="3689603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" y="3986783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428396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1295" y="1627632"/>
            <a:ext cx="5437479" cy="2953511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1295" y="1627632"/>
            <a:ext cx="5437479" cy="566928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4175" y="1719072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5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6239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51295" y="2194560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79895" y="250088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0207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90207" y="279806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79895" y="309524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690207" y="339242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79895" y="3689603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0207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90207" y="3986783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9895" y="428396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78424"/>
            <a:ext cx="11185855" cy="49377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5742432"/>
            <a:ext cx="365760" cy="36576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830214"/>
            <a:ext cx="190195" cy="19019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4712" y="5806440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8" y="5751576"/>
            <a:ext cx="957651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Oval 4"/>
          <p:cNvSpPr/>
          <p:nvPr/>
        </p:nvSpPr>
        <p:spPr>
          <a:xfrm>
            <a:off x="722376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2537825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0664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31538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0994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253782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2786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50994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69282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60156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179612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2537825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01404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79612" y="3013313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97900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4097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" y="4787249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4879421"/>
            <a:ext cx="199704" cy="1997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24712" y="4851257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64792" y="4814681"/>
            <a:ext cx="0" cy="329184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37943" y="4814681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05355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31152" y="1705355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05355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5744" y="1705355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824227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90572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2" y="2290572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92624" y="2564891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94576" y="2564891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48272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2905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22905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" y="29123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95744" y="29123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92624" y="31866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94576" y="31866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29200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48272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9123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9123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7512" y="35341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95744" y="35341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92624" y="38084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94576" y="38084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029200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48272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35341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35341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4155948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095744" y="4155948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2624" y="443026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94576" y="443026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029200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748272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415594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15594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67512" y="477774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" y="477774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992624" y="5052059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894576" y="5052059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029200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748272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77774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14032" y="477774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Chevron 4"/>
          <p:cNvSpPr/>
          <p:nvPr/>
        </p:nvSpPr>
        <p:spPr>
          <a:xfrm>
            <a:off x="2075688" y="1562709"/>
            <a:ext cx="2458135" cy="493776"/>
          </a:xfrm>
          <a:prstGeom prst="chevron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3704" y="1654149"/>
            <a:ext cx="21472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7" name="Chevron 6"/>
          <p:cNvSpPr/>
          <p:nvPr/>
        </p:nvSpPr>
        <p:spPr>
          <a:xfrm>
            <a:off x="4478959" y="1562709"/>
            <a:ext cx="2458135" cy="493776"/>
          </a:xfrm>
          <a:prstGeom prst="chevron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6975" y="1654149"/>
            <a:ext cx="21472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9" name="Chevron 8"/>
          <p:cNvSpPr/>
          <p:nvPr/>
        </p:nvSpPr>
        <p:spPr>
          <a:xfrm>
            <a:off x="6882231" y="1562709"/>
            <a:ext cx="2458135" cy="493776"/>
          </a:xfrm>
          <a:prstGeom prst="chevron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247" y="1654149"/>
            <a:ext cx="21472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1" name="Chevron 10"/>
          <p:cNvSpPr/>
          <p:nvPr/>
        </p:nvSpPr>
        <p:spPr>
          <a:xfrm>
            <a:off x="9285503" y="1562709"/>
            <a:ext cx="2403271" cy="493776"/>
          </a:xfrm>
          <a:prstGeom prst="chevron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3519" y="1654149"/>
            <a:ext cx="21472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571853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1" y="1681581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99032" y="1599285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" y="1873605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99032" y="1791309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056485"/>
            <a:ext cx="157276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75688" y="2056485"/>
            <a:ext cx="961308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056485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2842869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02920" y="2842869"/>
            <a:ext cx="157276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75688" y="2842869"/>
            <a:ext cx="9613087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842869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629253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3629253"/>
            <a:ext cx="157276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75688" y="3629253"/>
            <a:ext cx="961308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629253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15637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2920" y="4415637"/>
            <a:ext cx="157276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75688" y="4415637"/>
            <a:ext cx="9613087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415637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202021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75688" y="2056485"/>
            <a:ext cx="0" cy="3145536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478959" y="2056485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82231" y="2056485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85503" y="2056485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63707" y="2449677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478959" y="2449677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78959" y="3236061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644019" y="3236061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11781" y="3492093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81647" y="3236061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466979" y="4022445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515053" y="3492093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083867" y="4278477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870251" y="4808829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084335" y="3583533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652681" y="3583533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52681" y="3492093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184919" y="3236061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9285503" y="2449677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85503" y="2449677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2681" y="3492093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5111781" y="5293461"/>
            <a:ext cx="3540900" cy="0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11781" y="3492093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450563" y="2449677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490939" y="2193645"/>
            <a:ext cx="1572768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82379" y="2193645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9543" y="2980029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983" y="2980029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7171" y="2980029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08611" y="2980029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94211" y="3766413"/>
            <a:ext cx="1572768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85651" y="3766413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82815" y="2980029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74255" y="2980029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97483" y="3766413"/>
            <a:ext cx="1572768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8923" y="3766413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97483" y="4552797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8923" y="4552797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20443" y="2980029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11883" y="2980029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386087" y="2193645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77527" y="2193645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23715" y="2193645"/>
            <a:ext cx="1064475" cy="51206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15155" y="2193645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87855" y="2507650"/>
            <a:ext cx="9015984" cy="181965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5871" y="2525938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7855" y="4336450"/>
            <a:ext cx="9015984" cy="86867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15871" y="4354738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376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1830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5284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8738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2192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3979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51034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763682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1679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129442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88255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4952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2483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386096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61407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2267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397983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592482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34559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495824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471135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449824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271" y="5532120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44168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93391" y="5532120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304287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