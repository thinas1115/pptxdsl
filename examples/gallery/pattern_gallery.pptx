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7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4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4.png"/><Relationship Id="rId6" Type="http://schemas.openxmlformats.org/officeDocument/2006/relationships/image" Target="../media/image26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意思決定からシステム構成まで、21の標準レイアウトを検証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検証方針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LLMは構造化、rendererは提出品質を担う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366924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2430932"/>
            <a:ext cx="92811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文言・項目・強調は content 側に寄せ、座標や余白は renderer 側に閉じ込める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6192" y="2846984"/>
            <a:ext cx="9281160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084728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6192" y="3148736"/>
            <a:ext cx="92811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汎用エンジン化しすぎず、よく使うスライド種別をカタログとして増やす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36192" y="3564788"/>
            <a:ext cx="9281160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802532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3866540"/>
            <a:ext cx="92811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PowerPoint 実レンダリングと機械検知を品質ゲートにして、崩れを早期に発見する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要点整理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判断に必要な4つの要点を、読み順に沿って整理する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何を判断してほしいかを1文で示し、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読み手の視点を揃える。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事実・制約・既に分かっていることを短く置く。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現状から言えることを、推測と事実を分けて整理する。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次アクション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誰が・いつまでに・何をするかを明確にする。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関係者調整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運用事務局を中心に、5部門の役割をつなぐ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9048" y="2592324"/>
            <a:ext cx="0" cy="78181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7176017" y="3406003"/>
            <a:ext cx="2580030" cy="31620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6812146" y="4224409"/>
            <a:ext cx="1461842" cy="75893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3924107" y="4224409"/>
            <a:ext cx="1461842" cy="75893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442048" y="3406003"/>
            <a:ext cx="2580030" cy="31620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785866" y="3160908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効果報告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4438" y="3501262"/>
            <a:ext cx="770382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権限 / 監査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928" y="4455022"/>
            <a:ext cx="770382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 / 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1928" y="4455022"/>
            <a:ext cx="760095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利用ルール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5284" y="3501262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表現基準</a:t>
            </a:r>
          </a:p>
        </p:txBody>
      </p:sp>
      <p:pic>
        <p:nvPicPr>
          <p:cNvPr id="15" name="Picture 14" descr="brief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988820"/>
            <a:ext cx="585216" cy="5852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21870" y="2619756"/>
            <a:ext cx="55435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経営層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87578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方針承認</a:t>
            </a:r>
          </a:p>
        </p:txBody>
      </p:sp>
      <p:pic>
        <p:nvPicPr>
          <p:cNvPr id="18" name="Picture 1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2026" y="3075575"/>
            <a:ext cx="585216" cy="5852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555999" y="370651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情報システム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026" y="396254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環境管理</a:t>
            </a:r>
          </a:p>
        </p:txBody>
      </p:sp>
      <p:pic>
        <p:nvPicPr>
          <p:cNvPr id="21" name="Picture 20" descr="te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307" y="4833984"/>
            <a:ext cx="585216" cy="58521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195585" y="4360274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現場部門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9029" y="462595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pic>
        <p:nvPicPr>
          <p:cNvPr id="24" name="Picture 23" descr="shield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5572" y="4833984"/>
            <a:ext cx="585216" cy="5852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448155" y="4360274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法務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55572" y="462595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規程確認</a:t>
            </a:r>
          </a:p>
        </p:txBody>
      </p:sp>
      <p:pic>
        <p:nvPicPr>
          <p:cNvPr id="27" name="Picture 26" descr="se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0853" y="3075575"/>
            <a:ext cx="585216" cy="58521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933436" y="370651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広報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40853" y="396254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ブランド</a:t>
            </a:r>
          </a:p>
        </p:txBody>
      </p:sp>
      <p:sp>
        <p:nvSpPr>
          <p:cNvPr id="30" name="Oval 29"/>
          <p:cNvSpPr/>
          <p:nvPr/>
        </p:nvSpPr>
        <p:spPr>
          <a:xfrm>
            <a:off x="4978908" y="3374136"/>
            <a:ext cx="2240280" cy="960120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78908" y="3570732"/>
            <a:ext cx="2240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テンプレート</a:t>
            </a:r>
          </a:p>
          <a:p>
            <a:pPr algn="ctr">
              <a:lnSpc>
                <a:spcPct val="130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運用事務局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