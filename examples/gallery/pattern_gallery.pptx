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6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意思決定からシステム構成まで、22の標準レイアウトを検証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結論と根拠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全社展開の推奨案と、効果・実現性・導入リスクを示す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推奨案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標準テンプレートを対象部門へ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既存フローを流用し、部門ごとに順次導入できる。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導入リスク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初期教育と運用窓口を用意し、例外資料は個別対応とする。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64208"/>
            <a:ext cx="2423160" cy="438912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737360"/>
            <a:ext cx="2093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フェーズ</a:t>
            </a:r>
          </a:p>
        </p:txBody>
      </p:sp>
      <p:sp>
        <p:nvSpPr>
          <p:cNvPr id="7" name="Rectangle 6"/>
          <p:cNvSpPr/>
          <p:nvPr/>
        </p:nvSpPr>
        <p:spPr>
          <a:xfrm>
            <a:off x="3081528" y="1664208"/>
            <a:ext cx="8430768" cy="438912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8152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8409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8409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6656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6656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89220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9220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1784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91784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434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94348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9691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9691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99476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9476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02040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02040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04604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04604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0716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07168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0973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80973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2103120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2816352"/>
            <a:ext cx="10853928" cy="71323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3529584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242816"/>
            <a:ext cx="10853928" cy="71323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4956048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308152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78409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48665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189220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891784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9434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29691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99947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702040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404604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10716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080973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51229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58368" y="21031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58368" y="28163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58368" y="352958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58368" y="424281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58368" y="495604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58368" y="56692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2231501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2188707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" y="2502529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127248" y="2274295"/>
            <a:ext cx="1313688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09544" y="2306299"/>
            <a:ext cx="11490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8096" y="2944733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33856" y="2901939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3215761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29812" y="2987527"/>
            <a:ext cx="2016252" cy="27432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12108" y="3019531"/>
            <a:ext cx="18516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8096" y="3657965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33856" y="3615171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33856" y="3928993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234940" y="3700759"/>
            <a:ext cx="2718816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17236" y="3732763"/>
            <a:ext cx="2554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" y="4371197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328403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6" y="4642225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342632" y="4413991"/>
            <a:ext cx="2016251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424928" y="4445995"/>
            <a:ext cx="18516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8096" y="5084429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33856" y="5041635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" y="5355457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450324" y="5127223"/>
            <a:ext cx="2016251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532620" y="5159227"/>
            <a:ext cx="18516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80" name="Diamond 79"/>
          <p:cNvSpPr/>
          <p:nvPr/>
        </p:nvSpPr>
        <p:spPr>
          <a:xfrm>
            <a:off x="4066794" y="2116835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73322" y="2588117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sp>
        <p:nvSpPr>
          <p:cNvPr id="82" name="Diamond 81"/>
          <p:cNvSpPr/>
          <p:nvPr/>
        </p:nvSpPr>
        <p:spPr>
          <a:xfrm>
            <a:off x="7579614" y="3543299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086142" y="4014581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sp>
        <p:nvSpPr>
          <p:cNvPr id="84" name="Diamond 83"/>
          <p:cNvSpPr/>
          <p:nvPr/>
        </p:nvSpPr>
        <p:spPr>
          <a:xfrm>
            <a:off x="11092434" y="4969764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388193" y="5441045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