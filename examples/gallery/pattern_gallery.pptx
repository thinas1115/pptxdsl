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839087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77838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2040255" y="5864352"/>
            <a:ext cx="94297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664208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603504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865376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651759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76809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852927" y="5864352"/>
            <a:ext cx="76809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process:name:0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process:desc:0"/>
          <p:cNvSpPr txBox="1"/>
          <p:nvPr/>
        </p:nvSpPr>
        <p:spPr>
          <a:xfrm>
            <a:off x="868680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メッセージを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整理する。</a:t>
            </a:r>
          </a:p>
        </p:txBody>
      </p:sp>
      <p:sp>
        <p:nvSpPr>
          <p:cNvPr id="10" name="process:attribute-label:0"/>
          <p:cNvSpPr txBox="1"/>
          <p:nvPr/>
        </p:nvSpPr>
        <p:spPr>
          <a:xfrm>
            <a:off x="850392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process:attribute-value:0"/>
          <p:cNvSpPr txBox="1"/>
          <p:nvPr/>
        </p:nvSpPr>
        <p:spPr>
          <a:xfrm>
            <a:off x="850392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process:name:1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6:textLayout xmlns:ns4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process:desc:1"/>
          <p:cNvSpPr txBox="1"/>
          <p:nvPr/>
        </p:nvSpPr>
        <p:spPr>
          <a:xfrm>
            <a:off x="3012033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1:textLayout xmlns:ns51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スライド種別と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文言を作る。</a:t>
            </a:r>
          </a:p>
        </p:txBody>
      </p:sp>
      <p:sp>
        <p:nvSpPr>
          <p:cNvPr id="16" name="process:attribute-label:1"/>
          <p:cNvSpPr txBox="1"/>
          <p:nvPr/>
        </p:nvSpPr>
        <p:spPr>
          <a:xfrm>
            <a:off x="2993745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process:attribute-value:1"/>
          <p:cNvSpPr txBox="1"/>
          <p:nvPr/>
        </p:nvSpPr>
        <p:spPr>
          <a:xfrm>
            <a:off x="2993745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process:name:2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process:desc:2"/>
          <p:cNvSpPr txBox="1"/>
          <p:nvPr/>
        </p:nvSpPr>
        <p:spPr>
          <a:xfrm>
            <a:off x="5155387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0:textLayout xmlns:ns80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決定論的に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出力する。</a:t>
            </a:r>
          </a:p>
        </p:txBody>
      </p:sp>
      <p:sp>
        <p:nvSpPr>
          <p:cNvPr id="22" name="process:attribute-label:2"/>
          <p:cNvSpPr txBox="1"/>
          <p:nvPr/>
        </p:nvSpPr>
        <p:spPr>
          <a:xfrm>
            <a:off x="5137099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process:attribute-value:2"/>
          <p:cNvSpPr txBox="1"/>
          <p:nvPr/>
        </p:nvSpPr>
        <p:spPr>
          <a:xfrm>
            <a:off x="5137099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4:textLayout xmlns:ns9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process:name:3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process:desc:3"/>
          <p:cNvSpPr txBox="1"/>
          <p:nvPr/>
        </p:nvSpPr>
        <p:spPr>
          <a:xfrm>
            <a:off x="7298740" y="3255264"/>
            <a:ext cx="1832457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崩れを確認する。</a:t>
            </a:r>
          </a:p>
        </p:txBody>
      </p:sp>
      <p:sp>
        <p:nvSpPr>
          <p:cNvPr id="28" name="process:attribute-label:3"/>
          <p:cNvSpPr txBox="1"/>
          <p:nvPr/>
        </p:nvSpPr>
        <p:spPr>
          <a:xfrm>
            <a:off x="7280452" y="387705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6:textLayout xmlns:ns11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process:attribute-value:3"/>
          <p:cNvSpPr txBox="1"/>
          <p:nvPr/>
        </p:nvSpPr>
        <p:spPr>
          <a:xfrm>
            <a:off x="7280452" y="4123944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1:textLayout xmlns:ns12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process:name:4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process:desc:4"/>
          <p:cNvSpPr txBox="1"/>
          <p:nvPr/>
        </p:nvSpPr>
        <p:spPr>
          <a:xfrm>
            <a:off x="9442094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再生成し、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提出する。</a:t>
            </a:r>
          </a:p>
        </p:txBody>
      </p:sp>
      <p:sp>
        <p:nvSpPr>
          <p:cNvPr id="34" name="process:attribute-label:4"/>
          <p:cNvSpPr txBox="1"/>
          <p:nvPr/>
        </p:nvSpPr>
        <p:spPr>
          <a:xfrm>
            <a:off x="9423806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5:textLayout xmlns:ns1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process:attribute-value:4"/>
          <p:cNvSpPr txBox="1"/>
          <p:nvPr/>
        </p:nvSpPr>
        <p:spPr>
          <a:xfrm>
            <a:off x="9423806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0:textLayout xmlns:ns1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5:textLayout xmlns:ns15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60:textLayout xmlns:ns16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6148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87568" y="2517343"/>
            <a:ext cx="82295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1364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13647" y="2517343"/>
            <a:ext cx="41148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25128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25128" y="3834079"/>
            <a:ext cx="41148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88168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36008" y="4711903"/>
            <a:ext cx="5852160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36008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444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7" y="2023567"/>
            <a:ext cx="2103120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3660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6608" y="3340303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4624" y="3459175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8" y="3797503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080967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process:condition:2"/>
          <p:cNvSpPr txBox="1"/>
          <p:nvPr/>
        </p:nvSpPr>
        <p:spPr>
          <a:xfrm>
            <a:off x="8871965" y="2247404"/>
            <a:ext cx="306324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process:condition:3"/>
          <p:cNvSpPr txBox="1"/>
          <p:nvPr/>
        </p:nvSpPr>
        <p:spPr>
          <a:xfrm>
            <a:off x="8799957" y="3929900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process:condition:4"/>
          <p:cNvSpPr txBox="1"/>
          <p:nvPr/>
        </p:nvSpPr>
        <p:spPr>
          <a:xfrm>
            <a:off x="7336917" y="4807724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roadmap:span:0:0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admap:activity:0:0"/>
          <p:cNvSpPr txBox="1"/>
          <p:nvPr/>
        </p:nvSpPr>
        <p:spPr>
          <a:xfrm>
            <a:off x="3218688" y="213055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roadmap:milestone:0"/>
          <p:cNvSpPr/>
          <p:nvPr/>
        </p:nvSpPr>
        <p:spPr>
          <a:xfrm>
            <a:off x="4170807" y="23408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admap:milestone-label:0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roadmap:grid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roadmap:track:1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roadmap:span:1:0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0"/>
          <p:cNvSpPr txBox="1"/>
          <p:nvPr/>
        </p:nvSpPr>
        <p:spPr>
          <a:xfrm>
            <a:off x="3578733" y="292608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roadmap:track:2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roadmap:span:2:0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admap:activity:2:0"/>
          <p:cNvSpPr txBox="1"/>
          <p:nvPr/>
        </p:nvSpPr>
        <p:spPr>
          <a:xfrm>
            <a:off x="531037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roadmap:milestone:2"/>
          <p:cNvSpPr/>
          <p:nvPr/>
        </p:nvSpPr>
        <p:spPr>
          <a:xfrm>
            <a:off x="7634097" y="362102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admap:milestone-label:2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roadmap:grid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roadmap:track:3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roadmap:span:3:0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admap:activity:3:0"/>
          <p:cNvSpPr txBox="1"/>
          <p:nvPr/>
        </p:nvSpPr>
        <p:spPr>
          <a:xfrm>
            <a:off x="7042022" y="420624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roadmap:grid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roadmap:track:4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roadmap:span:4:0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admap:activity:4:0"/>
          <p:cNvSpPr txBox="1"/>
          <p:nvPr/>
        </p:nvSpPr>
        <p:spPr>
          <a:xfrm>
            <a:off x="9452609" y="469087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roadmap:milestone:4"/>
          <p:cNvSpPr/>
          <p:nvPr/>
        </p:nvSpPr>
        <p:spPr>
          <a:xfrm>
            <a:off x="11097387" y="490118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admap:milestone-label:4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roadmap:grid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roadmap:span:0: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admap:activity:0:0"/>
          <p:cNvSpPr txBox="1"/>
          <p:nvPr/>
        </p:nvSpPr>
        <p:spPr>
          <a:xfrm>
            <a:off x="3218688" y="213055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roadmap:span:0:1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admap:activity:0:1"/>
          <p:cNvSpPr txBox="1"/>
          <p:nvPr/>
        </p:nvSpPr>
        <p:spPr>
          <a:xfrm>
            <a:off x="8600503" y="213055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roadmap:grid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roadmap:track:1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roadmap:span:1:0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admap:activity:1:0"/>
          <p:cNvSpPr txBox="1"/>
          <p:nvPr/>
        </p:nvSpPr>
        <p:spPr>
          <a:xfrm>
            <a:off x="3218688" y="2615184"/>
            <a:ext cx="204139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roadmap:span:1:1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1"/>
          <p:cNvSpPr txBox="1"/>
          <p:nvPr/>
        </p:nvSpPr>
        <p:spPr>
          <a:xfrm>
            <a:off x="4617719" y="2926079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roadmap:span:1:2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admap:activity:1:2"/>
          <p:cNvSpPr txBox="1"/>
          <p:nvPr/>
        </p:nvSpPr>
        <p:spPr>
          <a:xfrm>
            <a:off x="5469826" y="2615184"/>
            <a:ext cx="2387726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roadmap:track:2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roadmap:span:2:0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admap:activity:2:0"/>
          <p:cNvSpPr txBox="1"/>
          <p:nvPr/>
        </p:nvSpPr>
        <p:spPr>
          <a:xfrm>
            <a:off x="3218688" y="341071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roadmap:span:2:1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admap:activity:2:1"/>
          <p:cNvSpPr txBox="1"/>
          <p:nvPr/>
        </p:nvSpPr>
        <p:spPr>
          <a:xfrm>
            <a:off x="4950332" y="3410712"/>
            <a:ext cx="2041397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roadmap:span:2:2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admap:activity:2:2"/>
          <p:cNvSpPr txBox="1"/>
          <p:nvPr/>
        </p:nvSpPr>
        <p:spPr>
          <a:xfrm>
            <a:off x="5310377" y="372160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roadmap:span:2:3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admap:activity:2: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roadmap:span:2: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admap:activity:2:4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roadmap:span:2:5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admap:activity:2:5"/>
          <p:cNvSpPr txBox="1"/>
          <p:nvPr/>
        </p:nvSpPr>
        <p:spPr>
          <a:xfrm>
            <a:off x="877366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roadmap:grid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roadmap:track:3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roadmap:span:3:0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admap:activity:3:0"/>
          <p:cNvSpPr txBox="1"/>
          <p:nvPr/>
        </p:nvSpPr>
        <p:spPr>
          <a:xfrm>
            <a:off x="3738181" y="4517136"/>
            <a:ext cx="169506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roadmap:span:3:1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admap:activity:3:1"/>
          <p:cNvSpPr txBox="1"/>
          <p:nvPr/>
        </p:nvSpPr>
        <p:spPr>
          <a:xfrm>
            <a:off x="5642990" y="4517136"/>
            <a:ext cx="1348740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roadmap:span:3:2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admap:activity:3:2"/>
          <p:cNvSpPr txBox="1"/>
          <p:nvPr/>
        </p:nvSpPr>
        <p:spPr>
          <a:xfrm>
            <a:off x="7028306" y="4517136"/>
            <a:ext cx="1348739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roadmap:grid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roadmap:track:4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roadmap:span:4: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admap:activity:4:0"/>
          <p:cNvSpPr txBox="1"/>
          <p:nvPr/>
        </p:nvSpPr>
        <p:spPr>
          <a:xfrm>
            <a:off x="3232404" y="500176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roadmap:span:4:1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admap:activity:4:1"/>
          <p:cNvSpPr txBox="1"/>
          <p:nvPr/>
        </p:nvSpPr>
        <p:spPr>
          <a:xfrm>
            <a:off x="4617719" y="5312664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roadmap:span:4:2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admap:activity:4:2"/>
          <p:cNvSpPr txBox="1"/>
          <p:nvPr/>
        </p:nvSpPr>
        <p:spPr>
          <a:xfrm>
            <a:off x="7201471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roadmap:span:4:3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admap:activity:4:3"/>
          <p:cNvSpPr txBox="1"/>
          <p:nvPr/>
        </p:nvSpPr>
        <p:spPr>
          <a:xfrm>
            <a:off x="8933116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roadmap:grid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58787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3379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5787" y="2307244"/>
            <a:ext cx="960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929987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58787" y="2773588"/>
            <a:ext cx="4929987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432907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75907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23379" y="3395380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32907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75907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23379" y="4017172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32907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75907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23379" y="4638964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32907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75907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23379" y="5260756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32907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575907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aired:left:0"/>
          <p:cNvSpPr txBox="1"/>
          <p:nvPr/>
        </p:nvSpPr>
        <p:spPr>
          <a:xfrm>
            <a:off x="685800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paired:criterion:0"/>
          <p:cNvSpPr txBox="1"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paired:right:0"/>
          <p:cNvSpPr txBox="1"/>
          <p:nvPr/>
        </p:nvSpPr>
        <p:spPr>
          <a:xfrm>
            <a:off x="6941667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paired:left:1"/>
          <p:cNvSpPr txBox="1"/>
          <p:nvPr/>
        </p:nvSpPr>
        <p:spPr>
          <a:xfrm>
            <a:off x="685800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paired:criterion:1"/>
          <p:cNvSpPr txBox="1"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paired:right:1"/>
          <p:cNvSpPr txBox="1"/>
          <p:nvPr/>
        </p:nvSpPr>
        <p:spPr>
          <a:xfrm>
            <a:off x="6941667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paired:left:2"/>
          <p:cNvSpPr txBox="1"/>
          <p:nvPr/>
        </p:nvSpPr>
        <p:spPr>
          <a:xfrm>
            <a:off x="685800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paired:criterion:2"/>
          <p:cNvSpPr txBox="1"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paired:right:2"/>
          <p:cNvSpPr txBox="1"/>
          <p:nvPr/>
        </p:nvSpPr>
        <p:spPr>
          <a:xfrm>
            <a:off x="6941667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paired:left:3"/>
          <p:cNvSpPr txBox="1"/>
          <p:nvPr/>
        </p:nvSpPr>
        <p:spPr>
          <a:xfrm>
            <a:off x="685800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aired:criterion:3"/>
          <p:cNvSpPr txBox="1"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paired:right:3"/>
          <p:cNvSpPr txBox="1"/>
          <p:nvPr/>
        </p:nvSpPr>
        <p:spPr>
          <a:xfrm>
            <a:off x="6941667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paired:left:4"/>
          <p:cNvSpPr txBox="1"/>
          <p:nvPr/>
        </p:nvSpPr>
        <p:spPr>
          <a:xfrm>
            <a:off x="685800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paired:criterion:4"/>
          <p:cNvSpPr txBox="1"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paired:right:4"/>
          <p:cNvSpPr txBox="1"/>
          <p:nvPr/>
        </p:nvSpPr>
        <p:spPr>
          <a:xfrm>
            <a:off x="6941667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5387187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13067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7187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713067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87187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3067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87187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3067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87187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13067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mapping:crossing-mas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apping:lin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mapping:crossing-mas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mapping:lin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mapping:crossing-mas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apping:lin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mapping:crossing-mas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mapping:lin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mapping:crossing-mas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apping:lin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apping:crossing-mas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apping:lin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pping:item:left:manual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mapping:text:left:manual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ping:item:left:approval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mapping:text:left:approval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ping:item:left:data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mapping:text:left:data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pping:item:left:visibility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mapping:text:left:visibility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mapping:item:left:quality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mapping:text:left:quality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mapping:item:right:standardize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mapping:text:right:standardize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mapping:item:right:rules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mapping:text:right:rules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mapping:item:right:integrate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mapping:text:right:integrate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mapping:item:right:dashboard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mapping:text:right:dashboard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mapping:item:right:review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mapping:text:right:review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mapping:port:left:0"/>
          <p:cNvSpPr/>
          <p:nvPr/>
        </p:nvSpPr>
        <p:spPr>
          <a:xfrm>
            <a:off x="4828031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ping:port:right:0"/>
          <p:cNvSpPr/>
          <p:nvPr/>
        </p:nvSpPr>
        <p:spPr>
          <a:xfrm>
            <a:off x="7308799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ping:port:left:1"/>
          <p:cNvSpPr/>
          <p:nvPr/>
        </p:nvSpPr>
        <p:spPr>
          <a:xfrm>
            <a:off x="4828031" y="352044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ping:port:right:1"/>
          <p:cNvSpPr/>
          <p:nvPr/>
        </p:nvSpPr>
        <p:spPr>
          <a:xfrm>
            <a:off x="7308799" y="369417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ping:port:left:2"/>
          <p:cNvSpPr/>
          <p:nvPr/>
        </p:nvSpPr>
        <p:spPr>
          <a:xfrm>
            <a:off x="4828031" y="386791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ping:port:right:2"/>
          <p:cNvSpPr/>
          <p:nvPr/>
        </p:nvSpPr>
        <p:spPr>
          <a:xfrm>
            <a:off x="7308799" y="4169663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ping:port:left:3"/>
          <p:cNvSpPr/>
          <p:nvPr/>
        </p:nvSpPr>
        <p:spPr>
          <a:xfrm>
            <a:off x="4828031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ping:port:right:3"/>
          <p:cNvSpPr/>
          <p:nvPr/>
        </p:nvSpPr>
        <p:spPr>
          <a:xfrm>
            <a:off x="7308799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ping:port:left:4"/>
          <p:cNvSpPr/>
          <p:nvPr/>
        </p:nvSpPr>
        <p:spPr>
          <a:xfrm>
            <a:off x="4828031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ping:port:right:4"/>
          <p:cNvSpPr/>
          <p:nvPr/>
        </p:nvSpPr>
        <p:spPr>
          <a:xfrm>
            <a:off x="7308799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ping:port:left:5"/>
          <p:cNvSpPr/>
          <p:nvPr/>
        </p:nvSpPr>
        <p:spPr>
          <a:xfrm>
            <a:off x="4828031" y="434340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ping:port:right:5"/>
          <p:cNvSpPr/>
          <p:nvPr/>
        </p:nvSpPr>
        <p:spPr>
          <a:xfrm>
            <a:off x="7308799" y="451713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