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92624" y="30479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94576" y="30479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92624" y="366970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94576" y="3669700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92624" y="429149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94576" y="4291492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992624" y="49132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94576" y="49132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992624" y="55350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94576" y="55350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3736" y="182880"/>
            <a:ext cx="11786616" cy="0"/>
          </a:xfrm>
          <a:prstGeom prst="line">
            <a:avLst/>
          </a:prstGeom>
          <a:ln w="381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84632" y="493776"/>
            <a:ext cx="112014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" y="960120"/>
            <a:ext cx="11201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499616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183794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183794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183794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270662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2706624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2706624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706624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57530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57530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57530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57530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443983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44398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44398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44398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31266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1837943"/>
            <a:ext cx="0" cy="3474721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87368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62872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93492" y="250088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706624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270662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46120" y="3140964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140964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50792" y="314096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4009644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88564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1506" y="400964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63554" y="336956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575304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79592" y="357530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76238" y="4009644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638544" y="4009644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878323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77656" y="4878323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61704" y="3461004"/>
            <a:ext cx="0" cy="141731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7470648" y="3461004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70648" y="3369564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23276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19972" y="3140964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226296" y="227228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26296" y="2272284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83037" y="227228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340864" y="204368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95728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0864" y="291236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5728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15384" y="2912364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0248" y="2912364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6250" y="378104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41114" y="378104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2946" y="3781044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7810" y="3781044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0004" y="2912364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868" y="2912364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0336" y="4649723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4649723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18020" y="291236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72884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33763" y="2043684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8627" y="2043684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14716" y="291236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69580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674477" y="204368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9341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