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82496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103120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231136"/>
            <a:ext cx="2917850" cy="3136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16916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1682496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103120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231136"/>
            <a:ext cx="2917850" cy="3136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16916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1682496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103120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231136"/>
            <a:ext cx="2917850" cy="3136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64208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64208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82496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57400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57400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76272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76272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76272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7627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7627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7627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71215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71215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71215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71215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71215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66159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66159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66159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66159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66159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61103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61103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61103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61103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61103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56047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56047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56047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56047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56047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3391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18304" y="3335274"/>
            <a:ext cx="2755087" cy="1947672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9224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3524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3524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3524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3524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3391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199571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04143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7983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73391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199571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04143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7983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3391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199571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04143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7983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73391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983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73391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199571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04143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983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3" name="Oval 52"/>
          <p:cNvSpPr/>
          <p:nvPr/>
        </p:nvSpPr>
        <p:spPr>
          <a:xfrm>
            <a:off x="4681728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681728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681728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681728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81728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436815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436815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436815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436815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436815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9384" y="1645920"/>
            <a:ext cx="2311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7519" y="1645920"/>
            <a:ext cx="2311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14367" y="1554480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45655" y="1645920"/>
            <a:ext cx="2311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72503" y="1554480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03791" y="1645920"/>
            <a:ext cx="2311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0639" y="1554480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1993392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993392"/>
            <a:ext cx="115214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277977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2779776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779776"/>
            <a:ext cx="115214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566160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3566160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566160"/>
            <a:ext cx="115214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</a:t>
            </a:r>
          </a:p>
          <a:p>
            <a:pPr algn="l">
              <a:lnSpc>
                <a:spcPct val="115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435254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02920" y="4352544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352544"/>
            <a:ext cx="115214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513892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71683" y="2386584"/>
            <a:ext cx="4426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14367" y="2386584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14367" y="3172968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506859" y="3172968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60905" y="3429000"/>
            <a:ext cx="58253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1919" y="3172968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29819" y="3959352"/>
            <a:ext cx="8853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19041" y="3429000"/>
            <a:ext cx="58253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01571" y="4215384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87955" y="4745736"/>
            <a:ext cx="241516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29471" y="3520440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584101" y="3520440"/>
            <a:ext cx="445370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584101" y="3429000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130055" y="3172968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230639" y="2386584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30639" y="2386584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423131" y="2386584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298915" y="2130552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90355" y="2130552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14951" y="2916936"/>
            <a:ext cx="1091907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06391" y="2916936"/>
            <a:ext cx="9090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80011" y="2916936"/>
            <a:ext cx="1091907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71451" y="2916936"/>
            <a:ext cx="9090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7051" y="3703320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8491" y="3703320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73087" y="2916936"/>
            <a:ext cx="1091907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64527" y="2916936"/>
            <a:ext cx="9090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15187" y="3703320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06627" y="3703320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15187" y="4489704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06627" y="44897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38147" y="2916936"/>
            <a:ext cx="1091907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29587" y="2916936"/>
            <a:ext cx="9090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31223" y="2130552"/>
            <a:ext cx="1091907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22663" y="2130552"/>
            <a:ext cx="9090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96283" y="2130552"/>
            <a:ext cx="1091907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87723" y="2130552"/>
            <a:ext cx="9090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92808" y="26289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" y="2519172"/>
            <a:ext cx="74980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92808" y="46863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51560" y="4576572"/>
            <a:ext cx="74980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77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4862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8892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2489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5174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9204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2801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5486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5159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3113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5798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828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3425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110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20140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67512" y="231343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788920" y="2423160"/>
            <a:ext cx="210312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54095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72491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88920" y="2834640"/>
            <a:ext cx="4206239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05655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313639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788920" y="3246120"/>
            <a:ext cx="4206239" cy="0"/>
          </a:xfrm>
          <a:prstGeom prst="line">
            <a:avLst/>
          </a:prstGeom>
          <a:ln w="1333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105655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54787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92040" y="3657600"/>
            <a:ext cx="2103119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157216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395935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59" y="4069080"/>
            <a:ext cx="2103121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0335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37083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98280" y="4480560"/>
            <a:ext cx="210312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363456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478231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098280" y="4892040"/>
            <a:ext cx="2103120" cy="0"/>
          </a:xfrm>
          <a:prstGeom prst="line">
            <a:avLst/>
          </a:prstGeom>
          <a:ln w="1333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63456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" y="519379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2788920" y="5303520"/>
            <a:ext cx="210312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054095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