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069080" cy="384048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36192" y="1645920"/>
            <a:ext cx="3465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25335" y="1645920"/>
            <a:ext cx="4069080" cy="384048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4247" y="1645920"/>
            <a:ext cx="3465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0" y="2386584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66360" y="2386584"/>
            <a:ext cx="1858975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166360" y="3685032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66360" y="3685032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66360" y="3685032"/>
            <a:ext cx="1858975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66360" y="3685032"/>
            <a:ext cx="1858975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66360" y="3035808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66360" y="3035808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66360" y="4983480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66360" y="4983480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66360" y="4334256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166360" y="4334256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97280" y="2121408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11580" y="22722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6152" y="22768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212140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2770632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11580" y="29215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152" y="29260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277063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419856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11580" y="35707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6152" y="35753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36192" y="341985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4069080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11580" y="42199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6152" y="42245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" y="406908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4718304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11580" y="486918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152" y="487375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71830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25335" y="2121408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39635" y="22722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4207" y="22768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64247" y="212140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25335" y="2770632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39635" y="29215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44207" y="29260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64247" y="277063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25335" y="3419856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139635" y="35707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44207" y="35753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4247" y="341985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25335" y="4069080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39635" y="42199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44207" y="42245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4247" y="406908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25335" y="4718304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39635" y="486918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44207" y="487375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64247" y="471830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1" name="Oval 60"/>
          <p:cNvSpPr/>
          <p:nvPr/>
        </p:nvSpPr>
        <p:spPr>
          <a:xfrm>
            <a:off x="5129784" y="23500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129784" y="29992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129784" y="36484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129784" y="42976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129784" y="494690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88759" y="23500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988759" y="29992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988759" y="36484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8759" y="42976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88759" y="494690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158831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33271" y="1698040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99032" y="1615744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33271" y="1890064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99032" y="1807768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018080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01808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280446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2804464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80446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359084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02920" y="3590848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59084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437723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4377232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377232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516361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063707" y="2411272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478959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7895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44019" y="3197656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11781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781647" y="3197656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66979" y="3984040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515053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83867" y="4240072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70251" y="4770424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84335" y="3545128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652681" y="3545128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52681" y="3453688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18491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285503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285503" y="241127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526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111781" y="5255056"/>
            <a:ext cx="3540900" cy="0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1117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50563" y="241127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490939" y="2155240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82379" y="2155240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95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9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17171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8611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4211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85651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82815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74255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97483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88923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97483" y="4514392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88923" y="4514392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204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118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86087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77527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23715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15155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28216" y="2628900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2519172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28216" y="4686300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4576572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1060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4514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7968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1422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4876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42316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834640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24612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65760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406908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48056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892040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530352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