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意思決定から技術研修まで、24のTypeを34枚で検証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16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794759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0228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47999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2689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2672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129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59181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87568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5806440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1368" y="5779007"/>
            <a:ext cx="9887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端末から送ったIPパケットがルーターで変換され、外部サーバーへ届くまでの送信元情報を比較します。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806440"/>
            <a:ext cx="11185855" cy="38404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7512" y="587959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要点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44168" y="5870448"/>
            <a:ext cx="10198303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NATでは送信元IPを書き換え、宛先IPは維持したまま外部へ転送します。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" y="1901952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0" y="1719072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1828800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2496" y="2331720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9" name="Rectangle 8"/>
          <p:cNvSpPr/>
          <p:nvPr/>
        </p:nvSpPr>
        <p:spPr>
          <a:xfrm>
            <a:off x="2585466" y="1719072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1186" y="1828800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2042" y="2331720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5012" y="1719072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0732" y="1828800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1588" y="2331720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30750" y="1719072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6470" y="1828800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7326" y="2331720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36488" y="1719072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2208" y="1828800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3064" y="2331720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6276" y="1719072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1996" y="1828800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2852" y="2331720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65822" y="1719072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1542" y="1828800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02398" y="2331720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685800" y="2578608"/>
            <a:ext cx="3392081" cy="18288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2816352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16352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4481474" y="2578608"/>
            <a:ext cx="702145" cy="18288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298594" y="2816352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37506" y="2816352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31382" y="2578608"/>
            <a:ext cx="2245766" cy="18288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094268" y="2816352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33180" y="2816352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760720"/>
            <a:ext cx="11185855" cy="42062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5861304"/>
            <a:ext cx="1085667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フィールドを位置で捉えると、パケットキャプチャの値を役割へ結び付けやすくなります。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719072"/>
            <a:ext cx="6903720" cy="3977639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901952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21992"/>
            <a:ext cx="6391656" cy="123901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982212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02252"/>
            <a:ext cx="6391656" cy="123901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1737360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90688" y="2148840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0688" y="2304288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286000"/>
            <a:ext cx="3495751" cy="770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3023" y="3092958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0688" y="314782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3129534"/>
            <a:ext cx="3495751" cy="770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93023" y="3936491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0688" y="3991355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3" y="3973068"/>
            <a:ext cx="3495751" cy="770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93023" y="4780026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90688" y="483489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4816602"/>
            <a:ext cx="3495751" cy="770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806440"/>
            <a:ext cx="11185855" cy="38404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888736"/>
            <a:ext cx="1085667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コマンドの実行ではなく、期待状態の確認までを作業単位にします。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9344"/>
            <a:ext cx="54009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975104"/>
            <a:ext cx="5400903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635508" y="2372868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sp>
        <p:nvSpPr>
          <p:cNvPr id="9" name="Oval 8"/>
          <p:cNvSpPr/>
          <p:nvPr/>
        </p:nvSpPr>
        <p:spPr>
          <a:xfrm>
            <a:off x="635508" y="3049524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816352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sp>
        <p:nvSpPr>
          <p:cNvPr id="11" name="Oval 10"/>
          <p:cNvSpPr/>
          <p:nvPr/>
        </p:nvSpPr>
        <p:spPr>
          <a:xfrm>
            <a:off x="635508" y="3726180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493008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sp>
        <p:nvSpPr>
          <p:cNvPr id="13" name="Oval 12"/>
          <p:cNvSpPr/>
          <p:nvPr/>
        </p:nvSpPr>
        <p:spPr>
          <a:xfrm>
            <a:off x="635508" y="4402836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4169664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1609344"/>
            <a:ext cx="54009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79311" y="1975104"/>
            <a:ext cx="5400904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420459" y="2372868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5343" y="2139696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sp>
        <p:nvSpPr>
          <p:cNvPr id="19" name="Oval 18"/>
          <p:cNvSpPr/>
          <p:nvPr/>
        </p:nvSpPr>
        <p:spPr>
          <a:xfrm>
            <a:off x="6420459" y="3049524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5343" y="2816352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sp>
        <p:nvSpPr>
          <p:cNvPr id="21" name="Oval 20"/>
          <p:cNvSpPr/>
          <p:nvPr/>
        </p:nvSpPr>
        <p:spPr>
          <a:xfrm>
            <a:off x="6420459" y="3726180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5343" y="3493008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sp>
        <p:nvSpPr>
          <p:cNvPr id="23" name="Oval 22"/>
          <p:cNvSpPr/>
          <p:nvPr/>
        </p:nvSpPr>
        <p:spPr>
          <a:xfrm>
            <a:off x="6420459" y="4402836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5343" y="4169664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605272"/>
            <a:ext cx="11002975" cy="54864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751576"/>
            <a:ext cx="7498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前提条件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5696712"/>
            <a:ext cx="9741103" cy="356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必要なデータを所定形式で受領できる / 関係部門のレビュー担当を確保できる / 既存基盤が計画期間中も安定稼働する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6628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57140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" y="2777764"/>
            <a:ext cx="294528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05840" y="2905780"/>
            <a:ext cx="291785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確認方法が異なり、作成と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レビューの双方に手戻りが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発生している。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1746" y="236628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4666" y="2357140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74666" y="2777764"/>
            <a:ext cx="294528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874666" y="2905780"/>
            <a:ext cx="291785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一律化するのではなく、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標準化する方が導入負荷を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抑えられる。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0572" y="236628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3492" y="2357140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43492" y="2777764"/>
            <a:ext cx="2945283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743492" y="2905780"/>
            <a:ext cx="291785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試行し、品質・作成時間・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運用負荷を測定して展開可否を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判断する。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496836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4633996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97420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73534"/>
            <a:ext cx="4663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30567" y="1673534"/>
            <a:ext cx="47850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4103" y="1691822"/>
            <a:ext cx="12618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6072" y="2066726"/>
            <a:ext cx="4663440" cy="0"/>
          </a:xfrm>
          <a:prstGeom prst="line">
            <a:avLst/>
          </a:prstGeom>
          <a:ln w="1143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30567" y="2066726"/>
            <a:ext cx="4785056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404103" y="2185598"/>
            <a:ext cx="1261872" cy="340156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" y="2185598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0567" y="2185598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2185598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4103" y="2185598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7" y="2185598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" y="2880542"/>
            <a:ext cx="4663440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30567" y="2880542"/>
            <a:ext cx="4785055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2880542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4103" y="2880542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3447" y="2880542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3575486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30567" y="3575486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3575486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4103" y="3575486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7" y="3575486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6072" y="4270430"/>
            <a:ext cx="4663440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30567" y="4270430"/>
            <a:ext cx="4785055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" y="4270430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4103" y="4270430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13447" y="4270430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72" y="4965374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30567" y="4965374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" y="4965374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04103" y="4965374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3447" y="4965374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645920"/>
            <a:ext cx="4069080" cy="384048"/>
          </a:xfrm>
          <a:prstGeom prst="roundRect">
            <a:avLst>
              <a:gd name="adj" fmla="val 6000"/>
            </a:avLst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36192" y="1645920"/>
            <a:ext cx="3465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25335" y="1645920"/>
            <a:ext cx="4069080" cy="384048"/>
          </a:xfrm>
          <a:prstGeom prst="roundRect">
            <a:avLst>
              <a:gd name="adj" fmla="val 6000"/>
            </a:avLst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64247" y="1645920"/>
            <a:ext cx="3465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66360" y="2386584"/>
            <a:ext cx="1858975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166360" y="2386584"/>
            <a:ext cx="1858975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166360" y="3685032"/>
            <a:ext cx="1858975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166360" y="3685032"/>
            <a:ext cx="1858975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166360" y="3685032"/>
            <a:ext cx="1858975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66360" y="3685032"/>
            <a:ext cx="1858975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66360" y="3035808"/>
            <a:ext cx="1858975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166360" y="3035808"/>
            <a:ext cx="1858975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166360" y="4983480"/>
            <a:ext cx="1858975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66360" y="4983480"/>
            <a:ext cx="1858975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166360" y="4334256"/>
            <a:ext cx="1858975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166360" y="4334256"/>
            <a:ext cx="1858975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97280" y="2121408"/>
            <a:ext cx="4069080" cy="530352"/>
          </a:xfrm>
          <a:prstGeom prst="roundRect">
            <a:avLst>
              <a:gd name="adj" fmla="val 6000"/>
            </a:avLst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11580" y="22722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6152" y="22768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2121408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2770632"/>
            <a:ext cx="4069080" cy="530352"/>
          </a:xfrm>
          <a:prstGeom prst="roundRect">
            <a:avLst>
              <a:gd name="adj" fmla="val 6000"/>
            </a:avLst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11580" y="29215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16152" y="29260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2770632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7280" y="3419856"/>
            <a:ext cx="4069080" cy="530352"/>
          </a:xfrm>
          <a:prstGeom prst="roundRect">
            <a:avLst>
              <a:gd name="adj" fmla="val 6000"/>
            </a:avLst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211580" y="35707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6152" y="35753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36192" y="3419856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97280" y="4069080"/>
            <a:ext cx="4069080" cy="530352"/>
          </a:xfrm>
          <a:prstGeom prst="roundRect">
            <a:avLst>
              <a:gd name="adj" fmla="val 6000"/>
            </a:avLst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211580" y="42199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16152" y="42245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36192" y="4069080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97280" y="4718304"/>
            <a:ext cx="4069080" cy="530352"/>
          </a:xfrm>
          <a:prstGeom prst="roundRect">
            <a:avLst>
              <a:gd name="adj" fmla="val 6000"/>
            </a:avLst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211580" y="486918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16152" y="487375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36192" y="4718304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25335" y="2121408"/>
            <a:ext cx="4069080" cy="530352"/>
          </a:xfrm>
          <a:prstGeom prst="roundRect">
            <a:avLst>
              <a:gd name="adj" fmla="val 6000"/>
            </a:avLst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139635" y="22722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44207" y="22768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64247" y="2121408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025335" y="2770632"/>
            <a:ext cx="4069080" cy="530352"/>
          </a:xfrm>
          <a:prstGeom prst="roundRect">
            <a:avLst>
              <a:gd name="adj" fmla="val 6000"/>
            </a:avLst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139635" y="29215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44207" y="29260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64247" y="2770632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025335" y="3419856"/>
            <a:ext cx="4069080" cy="530352"/>
          </a:xfrm>
          <a:prstGeom prst="roundRect">
            <a:avLst>
              <a:gd name="adj" fmla="val 6000"/>
            </a:avLst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139635" y="35707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44207" y="35753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64247" y="3419856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025335" y="4069080"/>
            <a:ext cx="4069080" cy="530352"/>
          </a:xfrm>
          <a:prstGeom prst="roundRect">
            <a:avLst>
              <a:gd name="adj" fmla="val 6000"/>
            </a:avLst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139635" y="42199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44207" y="42245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64247" y="4069080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025335" y="4718304"/>
            <a:ext cx="4069080" cy="530352"/>
          </a:xfrm>
          <a:prstGeom prst="roundRect">
            <a:avLst>
              <a:gd name="adj" fmla="val 6000"/>
            </a:avLst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139635" y="486918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44207" y="487375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64247" y="4718304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1" name="Oval 60"/>
          <p:cNvSpPr/>
          <p:nvPr/>
        </p:nvSpPr>
        <p:spPr>
          <a:xfrm>
            <a:off x="5129784" y="2350008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129784" y="29992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129784" y="36484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129784" y="42976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129784" y="4946904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988759" y="2350008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988759" y="29992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988759" y="36484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988759" y="42976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988759" y="4946904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担当境界と引き継ぎ点を明確にし、対応漏れを防ぐ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70608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52111" y="1670608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78959" y="1579168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955383" y="1670608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82231" y="1579168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58655" y="1670608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85503" y="1579168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360" y="158831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33271" y="1698040"/>
            <a:ext cx="292609" cy="0"/>
          </a:xfrm>
          <a:prstGeom prst="line">
            <a:avLst/>
          </a:prstGeom>
          <a:ln w="14604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399032" y="1615744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順方向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33271" y="1890064"/>
            <a:ext cx="292609" cy="0"/>
          </a:xfrm>
          <a:prstGeom prst="line">
            <a:avLst/>
          </a:prstGeom>
          <a:ln w="14604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399032" y="1807768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差戻し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018080"/>
            <a:ext cx="11185855" cy="786384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2018080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2804464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02920" y="2804464"/>
            <a:ext cx="11185855" cy="786384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804464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3590848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02920" y="3590848"/>
            <a:ext cx="11185855" cy="786384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3590848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ネットワーク担当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4377232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02920" y="4377232"/>
            <a:ext cx="11185855" cy="786384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4377232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2920" y="5163616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063707" y="2411272"/>
            <a:ext cx="415252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478959" y="2411272"/>
            <a:ext cx="0" cy="786384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478959" y="3197656"/>
            <a:ext cx="10058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644019" y="3197656"/>
            <a:ext cx="73152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11781" y="3453688"/>
            <a:ext cx="568814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781647" y="3197656"/>
            <a:ext cx="201168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466979" y="3984040"/>
            <a:ext cx="83050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515053" y="3453688"/>
            <a:ext cx="568814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083867" y="4240072"/>
            <a:ext cx="0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870251" y="4770424"/>
            <a:ext cx="21408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9084335" y="3545128"/>
            <a:ext cx="0" cy="1225296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8652681" y="3545128"/>
            <a:ext cx="43165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652681" y="3453688"/>
            <a:ext cx="0" cy="9144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184919" y="3197656"/>
            <a:ext cx="10058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9285503" y="2411272"/>
            <a:ext cx="0" cy="786384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9285503" y="2411272"/>
            <a:ext cx="10058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652681" y="3453688"/>
            <a:ext cx="0" cy="1801368"/>
          </a:xfrm>
          <a:prstGeom prst="line">
            <a:avLst/>
          </a:prstGeom>
          <a:ln w="14604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5111781" y="5255056"/>
            <a:ext cx="3540900" cy="0"/>
          </a:xfrm>
          <a:prstGeom prst="line">
            <a:avLst/>
          </a:prstGeom>
          <a:ln w="14604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111781" y="3453688"/>
            <a:ext cx="0" cy="1801368"/>
          </a:xfrm>
          <a:prstGeom prst="line">
            <a:avLst/>
          </a:prstGeom>
          <a:ln w="14604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450563" y="2411272"/>
            <a:ext cx="73152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2490939" y="2155240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82379" y="2155240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障害申告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9543" y="2941624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70983" y="2941624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一次確認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17171" y="2941624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08611" y="2941624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監視確認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94211" y="3728008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85651" y="3728008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機器確認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82815" y="2941624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74255" y="2941624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エスカレーション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297483" y="3728008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88923" y="3728008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回線切り分け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97483" y="4514392"/>
            <a:ext cx="1572768" cy="512064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88923" y="4514392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回線調査・復旧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20443" y="2941624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11883" y="2941624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結果確認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386087" y="2155240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477527" y="2155240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利用者連絡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523715" y="2155240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615155" y="2155240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クローズ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工程だけでなく、誰が受け取り、どこへ引き継ぐかを同時に確認する。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728216" y="2628900"/>
            <a:ext cx="8735263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2519172"/>
            <a:ext cx="1005840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28216" y="4686300"/>
            <a:ext cx="8735263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60" y="4576572"/>
            <a:ext cx="1005840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376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10609" y="2011680"/>
            <a:ext cx="143231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26767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41830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45149" y="2011680"/>
            <a:ext cx="143231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061307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5284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79689" y="2011680"/>
            <a:ext cx="143231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5847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738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414229" y="2011680"/>
            <a:ext cx="143231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130387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52192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48769" y="2011680"/>
            <a:ext cx="143231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164927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2026767" y="242316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257653" y="217627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026767" y="2834640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274923" y="258775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2026767" y="324612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274923" y="299923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061307" y="365760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292193" y="341071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5847" y="406908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326733" y="3822191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130387" y="448056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361273" y="423367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8130387" y="4892040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361273" y="464515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2026767" y="530352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257653" y="5056631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