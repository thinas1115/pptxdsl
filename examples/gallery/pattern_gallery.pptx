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意思決定から技術研修まで、26のTypeを37枚で検証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41448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76856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654296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89704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67144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702552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79992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915400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300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292840" y="1783080"/>
            <a:ext cx="0" cy="370332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128248" y="5559552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41448" y="5486400"/>
            <a:ext cx="8851392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210883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1448" y="2026539"/>
            <a:ext cx="995781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2093" y="200825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1448" y="2264283"/>
            <a:ext cx="28767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3982" y="224599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03466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41448" y="2952369"/>
            <a:ext cx="2655417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51729" y="293408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41448" y="3190113"/>
            <a:ext cx="929396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5708" y="317182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960495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41448" y="3878199"/>
            <a:ext cx="5310835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07147" y="385991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441448" y="4115943"/>
            <a:ext cx="1880920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77232" y="4097655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886324"/>
            <a:ext cx="1389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4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41448" y="4804028"/>
            <a:ext cx="1991563" cy="20116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7875" y="4785741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41448" y="5041772"/>
            <a:ext cx="619597" cy="20116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15909" y="5023484"/>
            <a:ext cx="51206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6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06423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7435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8446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99457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0468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479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92490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3501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4512" y="5230367"/>
            <a:ext cx="6217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1417319" y="4383862"/>
            <a:ext cx="1231012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648331" y="4090225"/>
            <a:ext cx="1231010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879341" y="3838536"/>
            <a:ext cx="1231012" cy="251689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110353" y="3293211"/>
            <a:ext cx="1231011" cy="54532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341364" y="2957626"/>
            <a:ext cx="1231011" cy="335585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7572375" y="2580093"/>
            <a:ext cx="1231011" cy="377533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803386" y="2328405"/>
            <a:ext cx="1231011" cy="251688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0034397" y="2034768"/>
            <a:ext cx="1231011" cy="293637"/>
          </a:xfrm>
          <a:prstGeom prst="line">
            <a:avLst/>
          </a:prstGeom>
          <a:ln w="22860">
            <a:solidFill>
              <a:srgbClr val="0D78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371599" y="458983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602611" y="4338142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833622" y="404450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64633" y="379281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295644" y="3247491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526654" y="291190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757666" y="2534373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988677" y="228268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1219688" y="198904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1417319" y="4090225"/>
            <a:ext cx="1231012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648331" y="3880484"/>
            <a:ext cx="1231010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3879341" y="3670744"/>
            <a:ext cx="1231012" cy="209740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110353" y="3461003"/>
            <a:ext cx="1231011" cy="20974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6341364" y="3041522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7572375" y="2622041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803386" y="2202560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10034397" y="1783079"/>
            <a:ext cx="1231011" cy="419481"/>
          </a:xfrm>
          <a:prstGeom prst="line">
            <a:avLst/>
          </a:prstGeom>
          <a:ln w="22860">
            <a:solidFill>
              <a:srgbClr val="182C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1371599" y="4254246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602611" y="404450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833622" y="383476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64633" y="36250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295644" y="341528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526654" y="299580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8757666" y="257632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988677" y="215684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19688" y="1737359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6695" y="5056631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17319" y="4299966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96695" y="4217670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17319" y="3461003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96695" y="3378707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17319" y="2622041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96695" y="2539746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17319" y="1783079"/>
            <a:ext cx="9848089" cy="0"/>
          </a:xfrm>
          <a:prstGeom prst="line">
            <a:avLst/>
          </a:prstGeom>
          <a:ln w="6985">
            <a:solidFill>
              <a:srgbClr val="D1CF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96695" y="1700783"/>
            <a:ext cx="32918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8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19" y="1783080"/>
            <a:ext cx="0" cy="3355847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17319" y="5138927"/>
            <a:ext cx="9848089" cy="0"/>
          </a:xfrm>
          <a:prstGeom prst="line">
            <a:avLst/>
          </a:prstGeom>
          <a:ln w="10160">
            <a:solidFill>
              <a:srgbClr val="666E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444751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93491" y="3964381"/>
            <a:ext cx="530352" cy="117454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93491" y="3628796"/>
            <a:ext cx="530352" cy="335584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93491" y="3461003"/>
            <a:ext cx="530352" cy="167792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76188" y="4501316"/>
            <a:ext cx="530352" cy="637611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3964381"/>
            <a:ext cx="530352" cy="536935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76188" y="3461003"/>
            <a:ext cx="530352" cy="50337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5230367"/>
            <a:ext cx="32278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58884" y="4836901"/>
            <a:ext cx="530352" cy="30202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58884" y="4132173"/>
            <a:ext cx="530352" cy="704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58884" y="3461003"/>
            <a:ext cx="530352" cy="671169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35607" y="5788152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600199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310127" y="5788152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84648" y="5788152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9240" y="5724144"/>
            <a:ext cx="15727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部門ごとに資料の構成と確認方法が異なり、作成とレビューの双方に手戻りが発生している。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8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全資料を一律化するのではなく、頻出する業務パターンから標準化する方が導入負荷を抑えられる。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3232" y="251409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600" y="249580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91600" y="3026156"/>
            <a:ext cx="2401824" cy="2450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対象部門で標準レイアウトを試行し、品質・作成時間・運用負荷を測定して展開可否を判断する。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7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10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ferences:row[0]"/>
          <p:cNvSpPr/>
          <p:nvPr/>
        </p:nvSpPr>
        <p:spPr>
          <a:xfrm>
            <a:off x="502920" y="1947164"/>
            <a:ext cx="11185855" cy="69494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47164"/>
            <a:ext cx="5486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38604"/>
            <a:ext cx="6720840" cy="29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9" name="references:url[0]"/>
          <p:cNvSpPr txBox="1"/>
          <p:nvPr/>
        </p:nvSpPr>
        <p:spPr>
          <a:xfrm>
            <a:off x="1325880" y="2394488"/>
            <a:ext cx="6720840" cy="1744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 lang="ja-JP" u="sng">
                <a:solidFill>
                  <a:srgbClr val="0D7870"/>
                </a:solidFill>
                <a:latin typeface="Yu Gothic"/>
                <a:ea typeface="Yu Gothic"/>
                <a:cs typeface="Yu Gothic"/>
                <a:hlinkClick r:id="rId2"/>
              </a:rPr>
              <a:t>https://example.com/docs/product-overview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1" y="2029460"/>
            <a:ext cx="3386023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87828"/>
            <a:ext cx="11185855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ferences:row[1]"/>
          <p:cNvSpPr/>
          <p:nvPr/>
        </p:nvSpPr>
        <p:spPr>
          <a:xfrm>
            <a:off x="502920" y="2733548"/>
            <a:ext cx="11185855" cy="694944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33548"/>
            <a:ext cx="5486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24988"/>
            <a:ext cx="6720840" cy="29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5" name="references:url[1]"/>
          <p:cNvSpPr txBox="1"/>
          <p:nvPr/>
        </p:nvSpPr>
        <p:spPr>
          <a:xfrm>
            <a:off x="1325880" y="3180872"/>
            <a:ext cx="6720840" cy="1744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 lang="ja-JP" u="sng">
                <a:solidFill>
                  <a:srgbClr val="0D7870"/>
                </a:solidFill>
                <a:latin typeface="Yu Gothic"/>
                <a:ea typeface="Yu Gothic"/>
                <a:cs typeface="Yu Gothic"/>
                <a:hlinkClick r:id="rId3"/>
              </a:rPr>
              <a:t>https://example.com/docs/operations-guide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1" y="2815844"/>
            <a:ext cx="3386023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474211"/>
            <a:ext cx="11185855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ferences:row[2]"/>
          <p:cNvSpPr/>
          <p:nvPr/>
        </p:nvSpPr>
        <p:spPr>
          <a:xfrm>
            <a:off x="502920" y="3519932"/>
            <a:ext cx="11185855" cy="69494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519932"/>
            <a:ext cx="54864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11372"/>
            <a:ext cx="6720840" cy="29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1" name="references:url[2]"/>
          <p:cNvSpPr txBox="1"/>
          <p:nvPr/>
        </p:nvSpPr>
        <p:spPr>
          <a:xfrm>
            <a:off x="1325880" y="3967256"/>
            <a:ext cx="6720840" cy="1744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900" b="0" lang="ja-JP" u="sng">
                <a:solidFill>
                  <a:srgbClr val="0D7870"/>
                </a:solidFill>
                <a:latin typeface="Yu Gothic"/>
                <a:ea typeface="Yu Gothic"/>
                <a:cs typeface="Yu Gothic"/>
                <a:hlinkClick r:id="rId4"/>
              </a:rPr>
              <a:t>https://example.com/pricing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1" y="3602228"/>
            <a:ext cx="3386023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費用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