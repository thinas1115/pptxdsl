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意思決定からシステム構成まで、28の標準レイアウトを検証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975104"/>
            <a:ext cx="540090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5508" y="2372868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sp>
        <p:nvSpPr>
          <p:cNvPr id="9" name="Oval 8"/>
          <p:cNvSpPr/>
          <p:nvPr/>
        </p:nvSpPr>
        <p:spPr>
          <a:xfrm>
            <a:off x="635508" y="3049524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sp>
        <p:nvSpPr>
          <p:cNvPr id="11" name="Oval 10"/>
          <p:cNvSpPr/>
          <p:nvPr/>
        </p:nvSpPr>
        <p:spPr>
          <a:xfrm>
            <a:off x="635508" y="3726180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" y="4402836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79311" y="1975104"/>
            <a:ext cx="5400904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420459" y="2372868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5343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sp>
        <p:nvSpPr>
          <p:cNvPr id="19" name="Oval 18"/>
          <p:cNvSpPr/>
          <p:nvPr/>
        </p:nvSpPr>
        <p:spPr>
          <a:xfrm>
            <a:off x="6420459" y="3049524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5343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sp>
        <p:nvSpPr>
          <p:cNvPr id="21" name="Oval 20"/>
          <p:cNvSpPr/>
          <p:nvPr/>
        </p:nvSpPr>
        <p:spPr>
          <a:xfrm>
            <a:off x="6420459" y="3726180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5343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sp>
        <p:nvSpPr>
          <p:cNvPr id="23" name="Oval 22"/>
          <p:cNvSpPr/>
          <p:nvPr/>
        </p:nvSpPr>
        <p:spPr>
          <a:xfrm>
            <a:off x="6420459" y="4402836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5343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605272"/>
            <a:ext cx="11002975" cy="54864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51576"/>
            <a:ext cx="749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前提条件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5696712"/>
            <a:ext cx="9741103" cy="356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必要なデータを所定形式で受領できる / 関係部門のレビュー担当を確保できる / 既存基盤が計画期間中も安定稼働する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2777764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確認方法が異なり、作成と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レビューの双方に手戻りが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発生している。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1746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4666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74666" y="2777764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874666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一律化するのではなく、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標準化する方が導入負荷を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抑えられる。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0572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3492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3492" y="2777764"/>
            <a:ext cx="294528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743492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試行し、品質・作成時間・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運用負荷を測定して展開可否を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判断する。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496836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633996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97420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73534"/>
            <a:ext cx="4663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0567" y="1673534"/>
            <a:ext cx="47850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4103" y="1691822"/>
            <a:ext cx="12618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6072" y="2066726"/>
            <a:ext cx="4663440" cy="0"/>
          </a:xfrm>
          <a:prstGeom prst="line">
            <a:avLst/>
          </a:prstGeom>
          <a:ln w="1143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30567" y="2066726"/>
            <a:ext cx="4785056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04103" y="2185598"/>
            <a:ext cx="1261872" cy="340156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2185598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0567" y="2185598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185598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4103" y="2185598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7" y="2185598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" y="2880542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30567" y="2880542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2880542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4103" y="2880542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7" y="2880542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3575486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30567" y="3575486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575486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3" y="3575486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7" y="3575486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72" y="4270430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30567" y="4270430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" y="4270430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3" y="4270430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7" y="4270430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" y="4965374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30567" y="4965374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4965374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04103" y="4965374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447" y="4965374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645920"/>
            <a:ext cx="4069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3391" y="1645920"/>
            <a:ext cx="4069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18304" y="2686050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18304" y="2686050"/>
            <a:ext cx="275508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18304" y="3984498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18304" y="3984498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18304" y="3984498"/>
            <a:ext cx="275508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18304" y="3984498"/>
            <a:ext cx="275508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18304" y="3335274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718304" y="3335274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18304" y="5282946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18304" y="5282946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18304" y="4633722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18304" y="4633722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49224" y="2420874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3524" y="257175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257632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2420874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" y="3070098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3524" y="322097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22554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3070098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" y="3719322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3524" y="387019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387477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" y="3719322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" y="4368546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451942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452399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" y="4368546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" y="5017770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3524" y="516864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517321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" y="5017770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73391" y="2420874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199571" y="257175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4143" y="257632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7983" y="2420874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73391" y="3070098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199571" y="322097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04143" y="322554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7983" y="3070098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3391" y="3719322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199571" y="387019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04143" y="387477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37983" y="3719322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73391" y="4368546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199571" y="451942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04143" y="452399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37983" y="4368546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73391" y="5017770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516864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517321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37983" y="5017770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59" name="Oval 58"/>
          <p:cNvSpPr/>
          <p:nvPr/>
        </p:nvSpPr>
        <p:spPr>
          <a:xfrm>
            <a:off x="4681728" y="264947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681728" y="329869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681728" y="394792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681728" y="459714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681728" y="524637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436815" y="264947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436815" y="329869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436815" y="394792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436815" y="459714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436815" y="524637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担当境界と引き継ぎ点を明確にし、対応漏れを防ぐ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52111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78959" y="1579168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55383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82231" y="1579168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58655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85503" y="1579168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158831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33271" y="1698040"/>
            <a:ext cx="292609" cy="0"/>
          </a:xfrm>
          <a:prstGeom prst="line">
            <a:avLst/>
          </a:prstGeom>
          <a:ln w="14604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399032" y="1615744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順方向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33271" y="1890064"/>
            <a:ext cx="292609" cy="0"/>
          </a:xfrm>
          <a:prstGeom prst="line">
            <a:avLst/>
          </a:prstGeom>
          <a:ln w="14604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399032" y="1807768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差戻し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018080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2018080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2804464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02920" y="2804464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804464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3590848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02920" y="3590848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59084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ネットワーク担当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4377232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02920" y="4377232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377232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5163616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063707" y="2411272"/>
            <a:ext cx="415252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478959" y="2411272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478959" y="3197656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644019" y="3197656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11781" y="3453688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781647" y="3197656"/>
            <a:ext cx="201168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466979" y="3984040"/>
            <a:ext cx="83050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515053" y="3453688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083867" y="4240072"/>
            <a:ext cx="0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870251" y="4770424"/>
            <a:ext cx="2140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084335" y="3545128"/>
            <a:ext cx="0" cy="1225296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8652681" y="3545128"/>
            <a:ext cx="43165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652681" y="3453688"/>
            <a:ext cx="0" cy="9144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184919" y="3197656"/>
            <a:ext cx="1005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285503" y="2411272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285503" y="2411272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652681" y="3453688"/>
            <a:ext cx="0" cy="1801368"/>
          </a:xfrm>
          <a:prstGeom prst="line">
            <a:avLst/>
          </a:prstGeom>
          <a:ln w="14604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5111781" y="5255056"/>
            <a:ext cx="3540900" cy="0"/>
          </a:xfrm>
          <a:prstGeom prst="line">
            <a:avLst/>
          </a:prstGeom>
          <a:ln w="14604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111781" y="3453688"/>
            <a:ext cx="0" cy="1801368"/>
          </a:xfrm>
          <a:prstGeom prst="line">
            <a:avLst/>
          </a:prstGeom>
          <a:ln w="14604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450563" y="2411272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490939" y="2155240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82379" y="2155240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障害申告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9543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70983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一次確認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17171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08611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監視確認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94211" y="3728008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85651" y="3728008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機器確認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82815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74255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97483" y="3728008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88923" y="3728008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回線切り分け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97483" y="4514392"/>
            <a:ext cx="1572768" cy="512064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88923" y="4514392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回線調査・復旧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20443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11883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結果確認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386087" y="215524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477527" y="215524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利用者連絡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523715" y="215524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15155" y="215524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クローズ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工程だけでなく、誰が受け取り、どこへ引き継ぐかを同時に確認する。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892808" y="2628900"/>
            <a:ext cx="9686239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67512" y="2519172"/>
            <a:ext cx="1133856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92808" y="4686300"/>
            <a:ext cx="9686239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67512" y="4576572"/>
            <a:ext cx="1133856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77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4862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8892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2489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5174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9204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2801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25486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995159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3113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5798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9828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534253" y="1591056"/>
            <a:ext cx="133429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461101" y="2011680"/>
            <a:ext cx="1480597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201400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788920" y="2423160"/>
            <a:ext cx="210312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054095" y="21762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88920" y="2834640"/>
            <a:ext cx="4206239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05655" y="25877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788920" y="3246120"/>
            <a:ext cx="4206239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105655" y="299923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92040" y="3657600"/>
            <a:ext cx="2103119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157216" y="341071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995159" y="4069080"/>
            <a:ext cx="2103121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260335" y="382219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098280" y="4480560"/>
            <a:ext cx="210312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363456" y="42336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9098280" y="4892040"/>
            <a:ext cx="210312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363456" y="46451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2788920" y="5303520"/>
            <a:ext cx="210312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054095" y="505663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