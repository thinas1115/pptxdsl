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3:textLayout xmlns:ns4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6:textLayout xmlns:ns5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5:textLayout xmlns:ns12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0:textLayout xmlns:ns13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0:textLayout xmlns:ns1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5:textLayout xmlns:ns1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