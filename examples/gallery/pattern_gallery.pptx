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意思決定から技術研修まで、26のTypeを37枚で検証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部門ごとに資料の構成と確認方法が異なり、作成とレビューの双方に手戻りが発生している。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全資料を一律化するのではなく、頻出する業務パターンから標準化する方が導入負荷を抑えられる。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対象部門で標準レイアウトを試行し、品質・作成時間・運用負荷を測定して展開可否を判断する。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