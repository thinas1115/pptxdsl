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架空データ</a:t>
            </a:r>
          </a:p>
        </p:txBody>
      </p:sp>
      <p:sp>
        <p:nvSpPr>
          <p:cNvPr id="18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数値と効果の説明は表示検証用のサンプルであり、実績や測定結果ではありません。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3:textLayout xmlns:ns4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3:textLayout xmlns:ns5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6:textLayout xmlns:ns5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1:textLayout xmlns:ns6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0:textLayout xmlns:ns12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5:textLayout xmlns:ns12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0:textLayout xmlns:ns13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0:textLayout xmlns:ns1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5:textLayout xmlns:ns1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