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1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199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process:name:0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process:desc:0"/>
          <p:cNvSpPr txBox="1"/>
          <p:nvPr/>
        </p:nvSpPr>
        <p:spPr>
          <a:xfrm>
            <a:off x="868680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メッセージを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整理する。</a:t>
            </a:r>
          </a:p>
        </p:txBody>
      </p:sp>
      <p:sp>
        <p:nvSpPr>
          <p:cNvPr id="10" name="process:attribute-label:0"/>
          <p:cNvSpPr txBox="1"/>
          <p:nvPr/>
        </p:nvSpPr>
        <p:spPr>
          <a:xfrm>
            <a:off x="850392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1:textLayout xmlns:ns3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process:attribute-value:0"/>
          <p:cNvSpPr txBox="1"/>
          <p:nvPr/>
        </p:nvSpPr>
        <p:spPr>
          <a:xfrm>
            <a:off x="850392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process:name:1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6:textLayout xmlns:ns4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process:desc:1"/>
          <p:cNvSpPr txBox="1"/>
          <p:nvPr/>
        </p:nvSpPr>
        <p:spPr>
          <a:xfrm>
            <a:off x="3012033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1:textLayout xmlns:ns51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スライド種別と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文言を作る。</a:t>
            </a:r>
          </a:p>
        </p:txBody>
      </p:sp>
      <p:sp>
        <p:nvSpPr>
          <p:cNvPr id="16" name="process:attribute-label:1"/>
          <p:cNvSpPr txBox="1"/>
          <p:nvPr/>
        </p:nvSpPr>
        <p:spPr>
          <a:xfrm>
            <a:off x="2993745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process:attribute-value:1"/>
          <p:cNvSpPr txBox="1"/>
          <p:nvPr/>
        </p:nvSpPr>
        <p:spPr>
          <a:xfrm>
            <a:off x="2993745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process:name:2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process:desc:2"/>
          <p:cNvSpPr txBox="1"/>
          <p:nvPr/>
        </p:nvSpPr>
        <p:spPr>
          <a:xfrm>
            <a:off x="5155387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0:textLayout xmlns:ns80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決定論的に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出力する。</a:t>
            </a:r>
          </a:p>
        </p:txBody>
      </p:sp>
      <p:sp>
        <p:nvSpPr>
          <p:cNvPr id="22" name="process:attribute-label:2"/>
          <p:cNvSpPr txBox="1"/>
          <p:nvPr/>
        </p:nvSpPr>
        <p:spPr>
          <a:xfrm>
            <a:off x="5137099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process:attribute-value:2"/>
          <p:cNvSpPr txBox="1"/>
          <p:nvPr/>
        </p:nvSpPr>
        <p:spPr>
          <a:xfrm>
            <a:off x="5137099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4:textLayout xmlns:ns9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process:name:3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process:desc:3"/>
          <p:cNvSpPr txBox="1"/>
          <p:nvPr/>
        </p:nvSpPr>
        <p:spPr>
          <a:xfrm>
            <a:off x="7298740" y="3255264"/>
            <a:ext cx="1832457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崩れを確認する。</a:t>
            </a:r>
          </a:p>
        </p:txBody>
      </p:sp>
      <p:sp>
        <p:nvSpPr>
          <p:cNvPr id="28" name="process:attribute-label:3"/>
          <p:cNvSpPr txBox="1"/>
          <p:nvPr/>
        </p:nvSpPr>
        <p:spPr>
          <a:xfrm>
            <a:off x="7280452" y="387705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6:textLayout xmlns:ns11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process:attribute-value:3"/>
          <p:cNvSpPr txBox="1"/>
          <p:nvPr/>
        </p:nvSpPr>
        <p:spPr>
          <a:xfrm>
            <a:off x="7280452" y="4123944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1:textLayout xmlns:ns12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process:name:4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1:textLayout xmlns:ns13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process:desc:4"/>
          <p:cNvSpPr txBox="1"/>
          <p:nvPr/>
        </p:nvSpPr>
        <p:spPr>
          <a:xfrm>
            <a:off x="9442094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6:textLayout xmlns:ns136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再生成し、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提出する。</a:t>
            </a:r>
          </a:p>
        </p:txBody>
      </p:sp>
      <p:sp>
        <p:nvSpPr>
          <p:cNvPr id="34" name="process:attribute-label:4"/>
          <p:cNvSpPr txBox="1"/>
          <p:nvPr/>
        </p:nvSpPr>
        <p:spPr>
          <a:xfrm>
            <a:off x="9423806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5:textLayout xmlns:ns1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process:attribute-value:4"/>
          <p:cNvSpPr txBox="1"/>
          <p:nvPr/>
        </p:nvSpPr>
        <p:spPr>
          <a:xfrm>
            <a:off x="9423806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0:textLayout xmlns:ns1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55:textLayout xmlns:ns15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60:textLayout xmlns:ns16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61487" y="2517343"/>
            <a:ext cx="822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87568" y="2517343"/>
            <a:ext cx="822959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13647" y="2517343"/>
            <a:ext cx="822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13647" y="2517343"/>
            <a:ext cx="41148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025128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025128" y="3834079"/>
            <a:ext cx="411480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488168" y="4327855"/>
            <a:ext cx="0" cy="384048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36008" y="4711903"/>
            <a:ext cx="5852160" cy="0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36008" y="3011119"/>
            <a:ext cx="0" cy="1700784"/>
          </a:xfrm>
          <a:prstGeom prst="line">
            <a:avLst/>
          </a:prstGeom>
          <a:ln w="15875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8444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2463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160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60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7" y="2023567"/>
            <a:ext cx="2103120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3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768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3660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64624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7376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7376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36608" y="3340303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4624" y="3459175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73768" y="3797503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73768" y="4080967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process:condition:2"/>
          <p:cNvSpPr txBox="1"/>
          <p:nvPr/>
        </p:nvSpPr>
        <p:spPr>
          <a:xfrm>
            <a:off x="8871965" y="2247404"/>
            <a:ext cx="306324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process:condition:3"/>
          <p:cNvSpPr txBox="1"/>
          <p:nvPr/>
        </p:nvSpPr>
        <p:spPr>
          <a:xfrm>
            <a:off x="8799957" y="3929900"/>
            <a:ext cx="450342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process:condition:4"/>
          <p:cNvSpPr txBox="1"/>
          <p:nvPr/>
        </p:nvSpPr>
        <p:spPr>
          <a:xfrm>
            <a:off x="7336917" y="4807724"/>
            <a:ext cx="450342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admap:period:0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roadmap:period:1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oadmap:period:2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roadmap:period:3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roadmap:period:4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roadmap:period:5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roadmap:period:6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roadmap:period:7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roadmap:period:8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roadmap:period:9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roadmap:period:10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roadmap:period:11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roadmap:grid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oadmap:grid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oadmap:grid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roadmap:grid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oadmap:grid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oadmap:grid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oadmap:grid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oadmap:grid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oadmap:grid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oadmap:grid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oadmap:grid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oadmap:grid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oadmap:grid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oadmap:grid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roadmap:track:0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roadmap:span:0:0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admap:activity:0:0"/>
          <p:cNvSpPr txBox="1"/>
          <p:nvPr/>
        </p:nvSpPr>
        <p:spPr>
          <a:xfrm>
            <a:off x="3218688" y="2130552"/>
            <a:ext cx="134874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roadmap:milestone:0"/>
          <p:cNvSpPr/>
          <p:nvPr/>
        </p:nvSpPr>
        <p:spPr>
          <a:xfrm>
            <a:off x="4170807" y="23408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admap:milestone-label:0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roadmap:grid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roadmap:track:1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roadmap:span:1:0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admap:activity:1:0"/>
          <p:cNvSpPr txBox="1"/>
          <p:nvPr/>
        </p:nvSpPr>
        <p:spPr>
          <a:xfrm>
            <a:off x="3578733" y="2926080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roadmap:grid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roadmap:track:2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roadmap:span:2:0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admap:activity:2:0"/>
          <p:cNvSpPr txBox="1"/>
          <p:nvPr/>
        </p:nvSpPr>
        <p:spPr>
          <a:xfrm>
            <a:off x="5310377" y="341071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roadmap:milestone:2"/>
          <p:cNvSpPr/>
          <p:nvPr/>
        </p:nvSpPr>
        <p:spPr>
          <a:xfrm>
            <a:off x="7634097" y="362102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admap:milestone-label:2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roadmap:grid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roadmap:track:3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roadmap:span:3:0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admap:activity:3:0"/>
          <p:cNvSpPr txBox="1"/>
          <p:nvPr/>
        </p:nvSpPr>
        <p:spPr>
          <a:xfrm>
            <a:off x="7042022" y="4206240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roadmap:grid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roadmap:track:4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roadmap:span:4:0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admap:activity:4:0"/>
          <p:cNvSpPr txBox="1"/>
          <p:nvPr/>
        </p:nvSpPr>
        <p:spPr>
          <a:xfrm>
            <a:off x="9452609" y="4690872"/>
            <a:ext cx="2041398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roadmap:milestone:4"/>
          <p:cNvSpPr/>
          <p:nvPr/>
        </p:nvSpPr>
        <p:spPr>
          <a:xfrm>
            <a:off x="11097387" y="490118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admap:milestone-label:4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roadmap:grid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admap:period:0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roadmap:period:1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oadmap:period:2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roadmap:period:3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roadmap:period:4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roadmap:period:5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roadmap:period:6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roadmap:period:7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roadmap:period:8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roadmap:period:9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roadmap:period:10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roadmap:period:11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roadmap:grid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oadmap:grid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oadmap:grid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roadmap:grid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oadmap:grid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oadmap:grid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oadmap:grid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oadmap:grid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oadmap:grid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oadmap:grid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oadmap:grid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oadmap:grid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oadmap:grid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oadmap:grid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roadmap:track:0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roadmap:span:0: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admap:activity:0:0"/>
          <p:cNvSpPr txBox="1"/>
          <p:nvPr/>
        </p:nvSpPr>
        <p:spPr>
          <a:xfrm>
            <a:off x="3218688" y="2130552"/>
            <a:ext cx="2041398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roadmap:span:0:1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admap:activity:0:1"/>
          <p:cNvSpPr txBox="1"/>
          <p:nvPr/>
        </p:nvSpPr>
        <p:spPr>
          <a:xfrm>
            <a:off x="8600503" y="213055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roadmap:grid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roadmap:track:1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roadmap:span:1:0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admap:activity:1:0"/>
          <p:cNvSpPr txBox="1"/>
          <p:nvPr/>
        </p:nvSpPr>
        <p:spPr>
          <a:xfrm>
            <a:off x="3218688" y="2615184"/>
            <a:ext cx="2041398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roadmap:span:1:1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admap:activity:1:1"/>
          <p:cNvSpPr txBox="1"/>
          <p:nvPr/>
        </p:nvSpPr>
        <p:spPr>
          <a:xfrm>
            <a:off x="4617719" y="2926079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roadmap:span:1:2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admap:activity:1:2"/>
          <p:cNvSpPr txBox="1"/>
          <p:nvPr/>
        </p:nvSpPr>
        <p:spPr>
          <a:xfrm>
            <a:off x="5469826" y="2615184"/>
            <a:ext cx="2387726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roadmap:grid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roadmap:track:2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roadmap:span:2:0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admap:activity:2:0"/>
          <p:cNvSpPr txBox="1"/>
          <p:nvPr/>
        </p:nvSpPr>
        <p:spPr>
          <a:xfrm>
            <a:off x="3218688" y="3410712"/>
            <a:ext cx="134874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roadmap:span:2:1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admap:activity:2:1"/>
          <p:cNvSpPr txBox="1"/>
          <p:nvPr/>
        </p:nvSpPr>
        <p:spPr>
          <a:xfrm>
            <a:off x="4950332" y="3410712"/>
            <a:ext cx="2041397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roadmap:span:2:2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admap:activity:2:2"/>
          <p:cNvSpPr txBox="1"/>
          <p:nvPr/>
        </p:nvSpPr>
        <p:spPr>
          <a:xfrm>
            <a:off x="5310377" y="3721608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roadmap:span:2:3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admap:activity:2: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roadmap:span:2: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admap:activity:2:4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roadmap:span:2:5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admap:activity:2:5"/>
          <p:cNvSpPr txBox="1"/>
          <p:nvPr/>
        </p:nvSpPr>
        <p:spPr>
          <a:xfrm>
            <a:off x="8773667" y="341071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roadmap:grid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roadmap:track:3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roadmap:span:3:0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admap:activity:3:0"/>
          <p:cNvSpPr txBox="1"/>
          <p:nvPr/>
        </p:nvSpPr>
        <p:spPr>
          <a:xfrm>
            <a:off x="3738181" y="4517136"/>
            <a:ext cx="1695068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roadmap:span:3:1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admap:activity:3:1"/>
          <p:cNvSpPr txBox="1"/>
          <p:nvPr/>
        </p:nvSpPr>
        <p:spPr>
          <a:xfrm>
            <a:off x="5642990" y="4517136"/>
            <a:ext cx="1348740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roadmap:span:3:2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admap:activity:3:2"/>
          <p:cNvSpPr txBox="1"/>
          <p:nvPr/>
        </p:nvSpPr>
        <p:spPr>
          <a:xfrm>
            <a:off x="7028306" y="4517136"/>
            <a:ext cx="1348739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roadmap:grid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roadmap:track:4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roadmap:span:4: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admap:activity:4:0"/>
          <p:cNvSpPr txBox="1"/>
          <p:nvPr/>
        </p:nvSpPr>
        <p:spPr>
          <a:xfrm>
            <a:off x="3232404" y="5001768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roadmap:span:4:1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admap:activity:4:1"/>
          <p:cNvSpPr txBox="1"/>
          <p:nvPr/>
        </p:nvSpPr>
        <p:spPr>
          <a:xfrm>
            <a:off x="4617719" y="5312664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roadmap:span:4:2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admap:activity:4:2"/>
          <p:cNvSpPr txBox="1"/>
          <p:nvPr/>
        </p:nvSpPr>
        <p:spPr>
          <a:xfrm>
            <a:off x="7201471" y="5001768"/>
            <a:ext cx="1695069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roadmap:span:4:3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admap:activity:4:3"/>
          <p:cNvSpPr txBox="1"/>
          <p:nvPr/>
        </p:nvSpPr>
        <p:spPr>
          <a:xfrm>
            <a:off x="8933116" y="5001768"/>
            <a:ext cx="1695069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roadmap:grid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matrix:point:0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atrix:point:1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atrix:point:2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atrix:point:3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matrix:point:4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atrix:point:5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atrix:label:0"/>
          <p:cNvSpPr txBox="1"/>
          <p:nvPr/>
        </p:nvSpPr>
        <p:spPr>
          <a:xfrm>
            <a:off x="2919222" y="3070920"/>
            <a:ext cx="690371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matrix:label:1"/>
          <p:cNvSpPr txBox="1"/>
          <p:nvPr/>
        </p:nvSpPr>
        <p:spPr>
          <a:xfrm>
            <a:off x="8181022" y="2409261"/>
            <a:ext cx="536066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matrix:label:2"/>
          <p:cNvSpPr txBox="1"/>
          <p:nvPr/>
        </p:nvSpPr>
        <p:spPr>
          <a:xfrm>
            <a:off x="7796974" y="3499225"/>
            <a:ext cx="536066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matrix:label:3"/>
          <p:cNvSpPr txBox="1"/>
          <p:nvPr/>
        </p:nvSpPr>
        <p:spPr>
          <a:xfrm>
            <a:off x="5261229" y="2923885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cxnSp>
        <p:nvCxnSpPr>
          <p:cNvPr id="25" name="matrix:leader:4"/>
          <p:cNvCxnSpPr/>
          <p:nvPr/>
        </p:nvCxnSpPr>
        <p:spPr>
          <a:xfrm>
            <a:off x="5052059" y="2544592"/>
            <a:ext cx="114300" cy="0"/>
          </a:xfrm>
          <a:prstGeom prst="line">
            <a:avLst/>
          </a:prstGeom>
          <a:ln w="889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trix:label:4"/>
          <p:cNvSpPr txBox="1"/>
          <p:nvPr/>
        </p:nvSpPr>
        <p:spPr>
          <a:xfrm>
            <a:off x="5189220" y="2402860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7" name="matrix:label:5"/>
          <p:cNvSpPr txBox="1"/>
          <p:nvPr/>
        </p:nvSpPr>
        <p:spPr>
          <a:xfrm>
            <a:off x="3034093" y="4026651"/>
            <a:ext cx="844677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rg:box:project_owner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rg:name:project_owner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org:sub:project_owner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org:box:system_owner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rg:name:system_owner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org:sub:system_owner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org:box:project_manager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rg:name:project_manager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org:sub:project_manager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org:box:business_team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rg:name:business_team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org:sub:business_team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org:box:application_team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rg:name:application_team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org:sub:application_team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org:box:platform_team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rg:name:platform_team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org:sub:platform_team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org:box:operation_team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rg:name:operation_team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org:sub:operation_team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562709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0795">
            <a:solidFill>
              <a:srgbClr val="0D78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06293"/>
            <a:ext cx="1019556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371951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6906577" y="2786735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06577" y="3371951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314649" y="3371951"/>
            <a:ext cx="63665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8:textLayout xmlns:ns11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2766380" y="1365290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4067434" y="2407706"/>
            <a:ext cx="1616202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gram:container-label"/>
          <p:cNvSpPr txBox="1"/>
          <p:nvPr/>
        </p:nvSpPr>
        <p:spPr>
          <a:xfrm>
            <a:off x="4469770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gram:container-label"/>
          <p:cNvSpPr txBox="1"/>
          <p:nvPr/>
        </p:nvSpPr>
        <p:spPr>
          <a:xfrm>
            <a:off x="8056001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diagram:path-label"/>
          <p:cNvSpPr txBox="1"/>
          <p:nvPr/>
        </p:nvSpPr>
        <p:spPr>
          <a:xfrm>
            <a:off x="2674940" y="2516164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diagram:path-label"/>
          <p:cNvSpPr txBox="1"/>
          <p:nvPr/>
        </p:nvSpPr>
        <p:spPr>
          <a:xfrm>
            <a:off x="4929827" y="2735620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diagram:path-label"/>
          <p:cNvSpPr txBox="1"/>
          <p:nvPr/>
        </p:nvSpPr>
        <p:spPr>
          <a:xfrm>
            <a:off x="6815526" y="4985044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diagram:path-label"/>
          <p:cNvSpPr txBox="1"/>
          <p:nvPr/>
        </p:nvSpPr>
        <p:spPr>
          <a:xfrm>
            <a:off x="9531614" y="3379002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8:textLayout xmlns:ns13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769766" y="2675534"/>
            <a:ext cx="1081278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diagram:path-label"/>
          <p:cNvSpPr txBox="1"/>
          <p:nvPr/>
        </p:nvSpPr>
        <p:spPr>
          <a:xfrm>
            <a:off x="2831858" y="3241192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diagram:path-label"/>
          <p:cNvSpPr txBox="1"/>
          <p:nvPr/>
        </p:nvSpPr>
        <p:spPr>
          <a:xfrm>
            <a:off x="7414945" y="2747416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diagram:path-label"/>
          <p:cNvSpPr txBox="1"/>
          <p:nvPr/>
        </p:nvSpPr>
        <p:spPr>
          <a:xfrm>
            <a:off x="8913495" y="324119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diagram:path-label"/>
          <p:cNvSpPr txBox="1"/>
          <p:nvPr/>
        </p:nvSpPr>
        <p:spPr>
          <a:xfrm>
            <a:off x="6531940" y="3625240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11392738" y="401843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3:textLayout xmlns:ns10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612087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55671"/>
            <a:ext cx="1863090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421329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4792484" y="3421329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73442" y="3421329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222066" y="2895549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diagram:path-label"/>
          <p:cNvSpPr txBox="1"/>
          <p:nvPr/>
        </p:nvSpPr>
        <p:spPr>
          <a:xfrm>
            <a:off x="9221266" y="4258005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障害発生から、業務やサービスの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再開までに許容する目標時間です。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586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70383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74955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02844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6703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37160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99491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63677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68249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96138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20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2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31065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177369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network-lane:sub:business"/>
          <p:cNvSpPr txBox="1"/>
          <p:nvPr/>
        </p:nvSpPr>
        <p:spPr>
          <a:xfrm>
            <a:off x="649224" y="2479121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20953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67257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network-lane:sub:guest"/>
          <p:cNvSpPr txBox="1"/>
          <p:nvPr/>
        </p:nvSpPr>
        <p:spPr>
          <a:xfrm>
            <a:off x="649224" y="3869009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etwork-link:physical:2"/>
          <p:cNvCxnSpPr/>
          <p:nvPr/>
        </p:nvCxnSpPr>
        <p:spPr>
          <a:xfrm>
            <a:off x="5797181" y="3375233"/>
            <a:ext cx="178605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2680289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77141" y="4070177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etwork-link:trunk-label"/>
          <p:cNvSpPr txBox="1"/>
          <p:nvPr/>
        </p:nvSpPr>
        <p:spPr>
          <a:xfrm>
            <a:off x="5961545" y="2991185"/>
            <a:ext cx="1457325" cy="310896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3273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3273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740113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24257"/>
            <a:ext cx="512064" cy="512064"/>
          </a:xfrm>
          <a:prstGeom prst="rect">
            <a:avLst/>
          </a:prstGeom>
        </p:spPr>
      </p:pic>
      <p:sp>
        <p:nvSpPr>
          <p:cNvPr id="33" name="network-node:label"/>
          <p:cNvSpPr txBox="1"/>
          <p:nvPr/>
        </p:nvSpPr>
        <p:spPr>
          <a:xfrm>
            <a:off x="2695536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4" name="Oval 33"/>
          <p:cNvSpPr/>
          <p:nvPr/>
        </p:nvSpPr>
        <p:spPr>
          <a:xfrm>
            <a:off x="2740113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14145"/>
            <a:ext cx="512064" cy="512064"/>
          </a:xfrm>
          <a:prstGeom prst="rect">
            <a:avLst/>
          </a:prstGeom>
        </p:spPr>
      </p:pic>
      <p:sp>
        <p:nvSpPr>
          <p:cNvPr id="36" name="network-node:label"/>
          <p:cNvSpPr txBox="1"/>
          <p:nvPr/>
        </p:nvSpPr>
        <p:spPr>
          <a:xfrm>
            <a:off x="2582379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7" name="Oval 36"/>
          <p:cNvSpPr/>
          <p:nvPr/>
        </p:nvSpPr>
        <p:spPr>
          <a:xfrm>
            <a:off x="5166245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19201"/>
            <a:ext cx="512064" cy="512064"/>
          </a:xfrm>
          <a:prstGeom prst="rect">
            <a:avLst/>
          </a:prstGeom>
        </p:spPr>
      </p:pic>
      <p:sp>
        <p:nvSpPr>
          <p:cNvPr id="39" name="network-node:label"/>
          <p:cNvSpPr txBox="1"/>
          <p:nvPr/>
        </p:nvSpPr>
        <p:spPr>
          <a:xfrm>
            <a:off x="5101094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0" name="Oval 39"/>
          <p:cNvSpPr/>
          <p:nvPr/>
        </p:nvSpPr>
        <p:spPr>
          <a:xfrm>
            <a:off x="7592377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19201"/>
            <a:ext cx="512064" cy="512064"/>
          </a:xfrm>
          <a:prstGeom prst="rect">
            <a:avLst/>
          </a:prstGeom>
        </p:spPr>
      </p:pic>
      <p:sp>
        <p:nvSpPr>
          <p:cNvPr id="42" name="network-node:label"/>
          <p:cNvSpPr txBox="1"/>
          <p:nvPr/>
        </p:nvSpPr>
        <p:spPr>
          <a:xfrm>
            <a:off x="7527226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3" name="Oval 42"/>
          <p:cNvSpPr/>
          <p:nvPr/>
        </p:nvSpPr>
        <p:spPr>
          <a:xfrm>
            <a:off x="10018509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24257"/>
            <a:ext cx="512064" cy="512064"/>
          </a:xfrm>
          <a:prstGeom prst="rect">
            <a:avLst/>
          </a:prstGeom>
        </p:spPr>
      </p:pic>
      <p:sp>
        <p:nvSpPr>
          <p:cNvPr id="45" name="network-node:label"/>
          <p:cNvSpPr txBox="1"/>
          <p:nvPr/>
        </p:nvSpPr>
        <p:spPr>
          <a:xfrm>
            <a:off x="9973932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6" name="Oval 45"/>
          <p:cNvSpPr/>
          <p:nvPr/>
        </p:nvSpPr>
        <p:spPr>
          <a:xfrm>
            <a:off x="10018509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14145"/>
            <a:ext cx="512064" cy="512064"/>
          </a:xfrm>
          <a:prstGeom prst="rect">
            <a:avLst/>
          </a:prstGeom>
        </p:spPr>
      </p:pic>
      <p:sp>
        <p:nvSpPr>
          <p:cNvPr id="48" name="network-node:label"/>
          <p:cNvSpPr txBox="1"/>
          <p:nvPr/>
        </p:nvSpPr>
        <p:spPr>
          <a:xfrm>
            <a:off x="9860775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etwork-legend:physical"/>
          <p:cNvSpPr txBox="1"/>
          <p:nvPr/>
        </p:nvSpPr>
        <p:spPr>
          <a:xfrm>
            <a:off x="905256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39671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etwork-legend:access"/>
          <p:cNvSpPr txBox="1"/>
          <p:nvPr/>
        </p:nvSpPr>
        <p:spPr>
          <a:xfrm>
            <a:off x="2268855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80535" y="6089903"/>
            <a:ext cx="2560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80535" y="6163055"/>
            <a:ext cx="2560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network-legend:trunk"/>
          <p:cNvSpPr txBox="1"/>
          <p:nvPr/>
        </p:nvSpPr>
        <p:spPr>
          <a:xfrm>
            <a:off x="4609719" y="6044183"/>
            <a:ext cx="172021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Trunk（複数セグメント）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2912546"/>
            <a:ext cx="9948672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equence-phase-label:0"/>
          <p:cNvSpPr txBox="1"/>
          <p:nvPr/>
        </p:nvSpPr>
        <p:spPr>
          <a:xfrm>
            <a:off x="764895" y="2949122"/>
            <a:ext cx="1097280" cy="512064"/>
          </a:xfrm>
          <a:prstGeom prst="rect">
            <a:avLst/>
          </a:prstGeom>
          <a:solidFill>
            <a:srgbClr val="DFEBE8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167" y="5107106"/>
            <a:ext cx="9948672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equence-phase-label:1"/>
          <p:cNvSpPr txBox="1"/>
          <p:nvPr/>
        </p:nvSpPr>
        <p:spPr>
          <a:xfrm>
            <a:off x="764895" y="5143682"/>
            <a:ext cx="1097280" cy="512064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equence-message-line:detect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sequence-message-line:request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sequence-message-line:reply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sequence-message-line:logs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sequence-message-line:isolate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sequence-message-line:carrier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sequence-message-line:recover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sequence-message-line:report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6:textLayout xmlns:ns10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