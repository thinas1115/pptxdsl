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意思決定から技術研修まで、24のTypeを34枚で検証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端末から送ったIPパケットがルーターで変換され、外部サーバーへ届くまでの送信元情報を比較します。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806440"/>
            <a:ext cx="11185855" cy="38404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7512" y="587959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44168" y="5870448"/>
            <a:ext cx="10198303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NATでは送信元IPを書き換え、宛先IPは維持したまま外部へ転送します。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1901952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1719072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1828800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2496" y="2331720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9" name="Rectangle 8"/>
          <p:cNvSpPr/>
          <p:nvPr/>
        </p:nvSpPr>
        <p:spPr>
          <a:xfrm>
            <a:off x="2585466" y="1719072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1186" y="1828800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2042" y="2331720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5012" y="1719072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0732" y="1828800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1588" y="2331720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0750" y="1719072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6470" y="1828800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326" y="2331720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36488" y="1719072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2208" y="1828800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3064" y="2331720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6276" y="1719072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1996" y="1828800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852" y="2331720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65822" y="1719072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1542" y="1828800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02398" y="2331720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685800" y="2578608"/>
            <a:ext cx="3392081" cy="18288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2816352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16352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4481474" y="2578608"/>
            <a:ext cx="702145" cy="18288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298594" y="2816352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7506" y="2816352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31382" y="2578608"/>
            <a:ext cx="2245766" cy="18288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094268" y="2816352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33180" y="2816352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760720"/>
            <a:ext cx="11185855" cy="42062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5861304"/>
            <a:ext cx="1085667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フィールドを位置で捉えると、パケットキャプチャの値を役割へ結び付けやすくなります。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719072"/>
            <a:ext cx="6903720" cy="3977639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01952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21992"/>
            <a:ext cx="6391656" cy="123901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982212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02252"/>
            <a:ext cx="6391656" cy="123901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1737360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90688" y="2148840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0688" y="2304288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286000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3023" y="3092958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314782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3129534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93023" y="3936491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0688" y="3991355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973068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93023" y="4780026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90688" y="483489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816602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806440"/>
            <a:ext cx="11185855" cy="38404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888736"/>
            <a:ext cx="1085667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コマンドの実行ではなく、期待状態の確認までを作業単位にします。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27632"/>
            <a:ext cx="5437479" cy="2953511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719072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099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7864" y="1773936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2194560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31520" y="2500884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26771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1832" y="2798064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31520" y="3095244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86207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41832" y="3392424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31520" y="3689603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45643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41832" y="3986783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1520" y="4283964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4050791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51295" y="1627632"/>
            <a:ext cx="5437479" cy="2953511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1295" y="1627632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4175" y="1719072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4175" y="17099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6239" y="1773936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51295" y="2194560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479895" y="2500884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0207" y="226771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690207" y="2798064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79895" y="3095244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0207" y="286207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690207" y="3392424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479895" y="3689603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90207" y="345643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690207" y="3986783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479895" y="4283964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0207" y="4050791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78424"/>
            <a:ext cx="11185855" cy="49377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9224" y="5742432"/>
            <a:ext cx="365760" cy="36576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006" y="5830214"/>
            <a:ext cx="190195" cy="19019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124712" y="5806440"/>
            <a:ext cx="749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前提条件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92808" y="5751576"/>
            <a:ext cx="9576511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必要なデータを所定形式で受領できる / 関係部門のレビュー担当を確保できる / 既存基盤が計画期間中も安定稼働する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Oval 4"/>
          <p:cNvSpPr/>
          <p:nvPr/>
        </p:nvSpPr>
        <p:spPr>
          <a:xfrm>
            <a:off x="722376" y="2428097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2537825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2464673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22376" y="3013313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0664" y="3159617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異なり、作成とレビューの双方に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手戻りが発生している。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31538" y="2409809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450994" y="2428097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722" y="2537825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72786" y="2464673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450994" y="3013313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469282" y="3159617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頻出する業務パターンから標準化する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方が導入負荷を抑えられる。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960156" y="2409809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8179612" y="2428097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s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340" y="2537825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01404" y="2464673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79612" y="3013313"/>
            <a:ext cx="3289707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197900" y="3159617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品質・作成時間・運用負荷を測定して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展開可否を判断する。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14097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9224" y="4787249"/>
            <a:ext cx="384048" cy="384048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95" y="4879421"/>
            <a:ext cx="199704" cy="1997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24712" y="4851257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764792" y="4814681"/>
            <a:ext cx="0" cy="329184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837943" y="4814681"/>
            <a:ext cx="96130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05355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931152" y="1705355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705355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95744" y="1705355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824227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90572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31152" y="2290572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992624" y="2564891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94576" y="2564891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5029200" y="26014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748272" y="26014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2905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6944" y="2400300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66944" y="24003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4032" y="22905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7512" y="29123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095744" y="29123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992624" y="3186684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94576" y="31866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029200" y="32232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748272" y="32232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29123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66944" y="3022092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6944" y="30220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2" y="29123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67512" y="35341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095744" y="35341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4992624" y="380847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94576" y="3808476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5029200" y="38450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48272" y="38450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5800" y="35341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66944" y="3643884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66944" y="36438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4032" y="35341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67512" y="4155948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095744" y="4155948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4992624" y="443026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94576" y="4430268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029200" y="446684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748272" y="446684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85800" y="415594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66944" y="4265676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66944" y="426567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14032" y="415594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67512" y="477774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095744" y="477774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992624" y="5052059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894576" y="5052059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029200" y="508863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748272" y="508863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85800" y="477774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66944" y="4887468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66944" y="488746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14032" y="477774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49224" y="5769864"/>
            <a:ext cx="384048" cy="384048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2" name="Picture 61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" y="5862035"/>
            <a:ext cx="199704" cy="199704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24712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764792" y="5797296"/>
            <a:ext cx="0" cy="329183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837943" y="5797296"/>
            <a:ext cx="96130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73736" y="182880"/>
            <a:ext cx="11786616" cy="0"/>
          </a:xfrm>
          <a:prstGeom prst="line">
            <a:avLst/>
          </a:prstGeom>
          <a:ln w="381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84632" y="493776"/>
            <a:ext cx="112014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" y="960120"/>
            <a:ext cx="11201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役割ごとの対応手順と引き継ぎを整理する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499616"/>
            <a:ext cx="2624328" cy="338328"/>
          </a:xfrm>
          <a:prstGeom prst="chevron">
            <a:avLst/>
          </a:prstGeom>
          <a:solidFill>
            <a:srgbClr val="FFFFFC"/>
          </a:solidFill>
          <a:ln w="1079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499616"/>
            <a:ext cx="2624328" cy="338328"/>
          </a:xfrm>
          <a:prstGeom prst="chevron">
            <a:avLst/>
          </a:prstGeom>
          <a:solidFill>
            <a:srgbClr val="FFFFFC"/>
          </a:solidFill>
          <a:ln w="1079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499616"/>
            <a:ext cx="2624328" cy="338328"/>
          </a:xfrm>
          <a:prstGeom prst="chevron">
            <a:avLst/>
          </a:prstGeom>
          <a:solidFill>
            <a:srgbClr val="FFFFFC"/>
          </a:solidFill>
          <a:ln w="1079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499616"/>
            <a:ext cx="2587752" cy="338328"/>
          </a:xfrm>
          <a:prstGeom prst="chevron">
            <a:avLst/>
          </a:prstGeom>
          <a:solidFill>
            <a:srgbClr val="FFFFFC"/>
          </a:solidFill>
          <a:ln w="1079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1837943"/>
            <a:ext cx="1161288" cy="86868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1837943"/>
            <a:ext cx="10351008" cy="86868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183794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2706624"/>
            <a:ext cx="11512296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2706624"/>
            <a:ext cx="1161288" cy="86868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2706624"/>
            <a:ext cx="10351008" cy="86868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2706624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575304"/>
            <a:ext cx="11512296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575303"/>
            <a:ext cx="1161288" cy="86868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575303"/>
            <a:ext cx="10351008" cy="86868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57530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443983"/>
            <a:ext cx="11512296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443983"/>
            <a:ext cx="1161288" cy="86868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443983"/>
            <a:ext cx="10351008" cy="86868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44398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312664"/>
            <a:ext cx="11512296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1837943"/>
            <a:ext cx="0" cy="3474721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87368" y="1837943"/>
            <a:ext cx="0" cy="3474721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675120" y="1837943"/>
            <a:ext cx="0" cy="3474721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62872" y="1837943"/>
            <a:ext cx="0" cy="3474721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793492" y="2500884"/>
            <a:ext cx="0" cy="20574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706624"/>
            <a:ext cx="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2706624"/>
            <a:ext cx="0" cy="20574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246120" y="3140964"/>
            <a:ext cx="969264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140964"/>
            <a:ext cx="804672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050792" y="3140964"/>
            <a:ext cx="0" cy="86868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4009644"/>
            <a:ext cx="235458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88564" y="3140964"/>
            <a:ext cx="91440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191506" y="4009644"/>
            <a:ext cx="91440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863554" y="3369564"/>
            <a:ext cx="0" cy="20574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575304"/>
            <a:ext cx="16038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79592" y="3575304"/>
            <a:ext cx="0" cy="20574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476238" y="4009644"/>
            <a:ext cx="162306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638544" y="4009644"/>
            <a:ext cx="0" cy="868679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878323"/>
            <a:ext cx="621792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677656" y="4878323"/>
            <a:ext cx="384048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061704" y="3461004"/>
            <a:ext cx="0" cy="1417319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7470648" y="3461004"/>
            <a:ext cx="1591056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470648" y="3369564"/>
            <a:ext cx="0" cy="9144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923276" y="3140964"/>
            <a:ext cx="91440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919972" y="3140964"/>
            <a:ext cx="306324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226296" y="2272284"/>
            <a:ext cx="0" cy="86868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26296" y="2272284"/>
            <a:ext cx="307467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583037" y="2272284"/>
            <a:ext cx="91440" cy="0"/>
          </a:xfrm>
          <a:prstGeom prst="line">
            <a:avLst/>
          </a:prstGeom>
          <a:ln w="1397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340864" y="204368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95728" y="204368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340864" y="291236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395728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15384" y="2912364"/>
            <a:ext cx="87317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70248" y="2912364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86250" y="378104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41114" y="378104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2946" y="3781044"/>
            <a:ext cx="1193292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37810" y="3781044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80004" y="2912364"/>
            <a:ext cx="136709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4868" y="2912364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60336" y="4649723"/>
            <a:ext cx="1417320" cy="457200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5200" y="4649723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18020" y="291236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72884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533763" y="2043684"/>
            <a:ext cx="1049274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88627" y="2043684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14716" y="291236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69580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674477" y="2043684"/>
            <a:ext cx="90525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29341" y="204368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38328" y="5504688"/>
            <a:ext cx="11512296" cy="60350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93776" y="5632703"/>
            <a:ext cx="347472" cy="34747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93776" y="5623559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0120" y="5605272"/>
            <a:ext cx="10671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87855" y="2507650"/>
            <a:ext cx="9015984" cy="181965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15871" y="2525938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1587855" y="4336450"/>
            <a:ext cx="9015984" cy="86867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15871" y="4354738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376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8376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2676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1830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41830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06130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5284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5284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738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8738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13038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52192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52192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492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026767" y="239792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257653" y="2151034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026767" y="2763682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274923" y="251679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026767" y="3129442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74923" y="288255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1307" y="34952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292193" y="32483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5847" y="386096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26733" y="361407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130387" y="422672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361273" y="397983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8130387" y="4592482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361273" y="4345594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2026767" y="495824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257653" y="4711354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449824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33271" y="5532120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344168" y="5449824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993391" y="5532120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304287" y="5449824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49224" y="5769864"/>
            <a:ext cx="384048" cy="384048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" y="5862035"/>
            <a:ext cx="199704" cy="19970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24712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764792" y="5797296"/>
            <a:ext cx="0" cy="329183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837943" y="5797296"/>
            <a:ext cx="96130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